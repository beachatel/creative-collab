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wholeTbl>
    <a:band2H>
      <a:tcTxStyle b="def" i="def"/>
      <a:tcStyle>
        <a:tcBdr/>
        <a:fill>
          <a:solidFill>
            <a:srgbClr val="FFFFFF"/>
          </a:solidFill>
        </a:fill>
      </a:tcStyle>
    </a:band2H>
    <a:firstCol>
      <a:tcTxStyle b="off" i="off">
        <a:fontRef idx="maj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firstCol>
    <a:lastRow>
      <a:tcTxStyle b="off" i="off">
        <a:fontRef idx="maj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lastRow>
    <a:firstRow>
      <a:tcTxStyle b="off" i="off">
        <a:fontRef idx="maj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8FB"/>
          </a:solidFill>
        </a:fill>
      </a:tcStyle>
    </a:wholeTbl>
    <a:band2H>
      <a:tcTxStyle b="def" i="def"/>
      <a:tcStyle>
        <a:tcBdr/>
        <a:fill>
          <a:solidFill>
            <a:srgbClr val="E8EDFD"/>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5DBDE"/>
          </a:solidFill>
        </a:fill>
      </a:tcStyle>
    </a:wholeTbl>
    <a:band2H>
      <a:tcTxStyle b="def" i="def"/>
      <a:tcStyle>
        <a:tcBdr/>
        <a:fill>
          <a:solidFill>
            <a:srgbClr val="EBEEEF"/>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8FFCD"/>
          </a:solidFill>
        </a:fill>
      </a:tcStyle>
    </a:wholeTbl>
    <a:band2H>
      <a:tcTxStyle b="def" i="def"/>
      <a:tcStyle>
        <a:tcBdr/>
        <a:fill>
          <a:solidFill>
            <a:srgbClr val="FCFF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06" name="Shape 106"/>
          <p:cNvSpPr/>
          <p:nvPr>
            <p:ph type="sldImg"/>
          </p:nvPr>
        </p:nvSpPr>
        <p:spPr>
          <a:xfrm>
            <a:off x="1143000" y="685800"/>
            <a:ext cx="4572000" cy="3429000"/>
          </a:xfrm>
          <a:prstGeom prst="rect">
            <a:avLst/>
          </a:prstGeom>
        </p:spPr>
        <p:txBody>
          <a:bodyPr/>
          <a:lstStyle/>
          <a:p>
            <a:pPr/>
          </a:p>
        </p:txBody>
      </p:sp>
      <p:sp>
        <p:nvSpPr>
          <p:cNvPr id="107" name="Shape 10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Arial"/>
      </a:defRPr>
    </a:lvl1pPr>
    <a:lvl2pPr indent="228600" latinLnBrk="0">
      <a:defRPr sz="1400">
        <a:latin typeface="+mj-lt"/>
        <a:ea typeface="+mj-ea"/>
        <a:cs typeface="+mj-cs"/>
        <a:sym typeface="Arial"/>
      </a:defRPr>
    </a:lvl2pPr>
    <a:lvl3pPr indent="457200" latinLnBrk="0">
      <a:defRPr sz="1400">
        <a:latin typeface="+mj-lt"/>
        <a:ea typeface="+mj-ea"/>
        <a:cs typeface="+mj-cs"/>
        <a:sym typeface="Arial"/>
      </a:defRPr>
    </a:lvl3pPr>
    <a:lvl4pPr indent="685800" latinLnBrk="0">
      <a:defRPr sz="1400">
        <a:latin typeface="+mj-lt"/>
        <a:ea typeface="+mj-ea"/>
        <a:cs typeface="+mj-cs"/>
        <a:sym typeface="Arial"/>
      </a:defRPr>
    </a:lvl4pPr>
    <a:lvl5pPr indent="914400" latinLnBrk="0">
      <a:defRPr sz="1400">
        <a:latin typeface="+mj-lt"/>
        <a:ea typeface="+mj-ea"/>
        <a:cs typeface="+mj-cs"/>
        <a:sym typeface="Arial"/>
      </a:defRPr>
    </a:lvl5pPr>
    <a:lvl6pPr indent="1143000" latinLnBrk="0">
      <a:defRPr sz="1400">
        <a:latin typeface="+mj-lt"/>
        <a:ea typeface="+mj-ea"/>
        <a:cs typeface="+mj-cs"/>
        <a:sym typeface="Arial"/>
      </a:defRPr>
    </a:lvl6pPr>
    <a:lvl7pPr indent="1371600" latinLnBrk="0">
      <a:defRPr sz="1400">
        <a:latin typeface="+mj-lt"/>
        <a:ea typeface="+mj-ea"/>
        <a:cs typeface="+mj-cs"/>
        <a:sym typeface="Arial"/>
      </a:defRPr>
    </a:lvl7pPr>
    <a:lvl8pPr indent="1600200" latinLnBrk="0">
      <a:defRPr sz="1400">
        <a:latin typeface="+mj-lt"/>
        <a:ea typeface="+mj-ea"/>
        <a:cs typeface="+mj-cs"/>
        <a:sym typeface="Arial"/>
      </a:defRPr>
    </a:lvl8pPr>
    <a:lvl9pPr indent="1828800" latinLnBrk="0">
      <a:defRPr sz="1400">
        <a:latin typeface="+mj-lt"/>
        <a:ea typeface="+mj-ea"/>
        <a:cs typeface="+mj-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Title Text"/>
          <p:cNvSpPr txBox="1"/>
          <p:nvPr>
            <p:ph type="title"/>
          </p:nvPr>
        </p:nvSpPr>
        <p:spPr>
          <a:xfrm>
            <a:off x="311708" y="744574"/>
            <a:ext cx="8520601" cy="2052601"/>
          </a:xfrm>
          <a:prstGeom prst="rect">
            <a:avLst/>
          </a:prstGeom>
        </p:spPr>
        <p:txBody>
          <a:bodyPr anchor="b"/>
          <a:lstStyle>
            <a:lvl1pPr algn="ctr">
              <a:defRPr sz="5200"/>
            </a:lvl1pPr>
          </a:lstStyle>
          <a:p>
            <a:pPr/>
            <a:r>
              <a:t>Title Text</a:t>
            </a:r>
          </a:p>
        </p:txBody>
      </p:sp>
      <p:sp>
        <p:nvSpPr>
          <p:cNvPr id="12" name="Body Level One…"/>
          <p:cNvSpPr txBox="1"/>
          <p:nvPr>
            <p:ph type="body" sz="quarter" idx="1"/>
          </p:nvPr>
        </p:nvSpPr>
        <p:spPr>
          <a:xfrm>
            <a:off x="311699" y="2834125"/>
            <a:ext cx="8520602" cy="792601"/>
          </a:xfrm>
          <a:prstGeom prst="rect">
            <a:avLst/>
          </a:prstGeom>
        </p:spPr>
        <p:txBody>
          <a:bodyPr/>
          <a:lstStyle>
            <a:lvl1pPr marL="342900" indent="-228600" algn="ctr">
              <a:lnSpc>
                <a:spcPct val="100000"/>
              </a:lnSpc>
              <a:buClrTx/>
              <a:buSzTx/>
              <a:buFontTx/>
              <a:buNone/>
              <a:defRPr sz="2800"/>
            </a:lvl1pPr>
            <a:lvl2pPr marL="342900" indent="254000" algn="ctr">
              <a:lnSpc>
                <a:spcPct val="100000"/>
              </a:lnSpc>
              <a:buClrTx/>
              <a:buSzTx/>
              <a:buFontTx/>
              <a:buNone/>
              <a:defRPr sz="2800"/>
            </a:lvl2pPr>
            <a:lvl3pPr marL="342900" indent="711200" algn="ctr">
              <a:lnSpc>
                <a:spcPct val="100000"/>
              </a:lnSpc>
              <a:buClrTx/>
              <a:buSzTx/>
              <a:buFontTx/>
              <a:buNone/>
              <a:defRPr sz="2800"/>
            </a:lvl3pPr>
            <a:lvl4pPr marL="342900" indent="1168400" algn="ctr">
              <a:lnSpc>
                <a:spcPct val="100000"/>
              </a:lnSpc>
              <a:buClrTx/>
              <a:buSzTx/>
              <a:buFontTx/>
              <a:buNone/>
              <a:defRPr sz="2800"/>
            </a:lvl4pPr>
            <a:lvl5pPr marL="342900" indent="1625600" algn="ctr">
              <a:lnSpc>
                <a:spcPct val="100000"/>
              </a:lnSpc>
              <a:buClrTx/>
              <a:buSzTx/>
              <a:buFontTx/>
              <a:buNone/>
              <a:defRPr sz="28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HEADER">
    <p:spTree>
      <p:nvGrpSpPr>
        <p:cNvPr id="1" name=""/>
        <p:cNvGrpSpPr/>
        <p:nvPr/>
      </p:nvGrpSpPr>
      <p:grpSpPr>
        <a:xfrm>
          <a:off x="0" y="0"/>
          <a:ext cx="0" cy="0"/>
          <a:chOff x="0" y="0"/>
          <a:chExt cx="0" cy="0"/>
        </a:xfrm>
      </p:grpSpPr>
      <p:sp>
        <p:nvSpPr>
          <p:cNvPr id="20" name="Title Text"/>
          <p:cNvSpPr txBox="1"/>
          <p:nvPr>
            <p:ph type="title"/>
          </p:nvPr>
        </p:nvSpPr>
        <p:spPr>
          <a:xfrm>
            <a:off x="311699" y="2150849"/>
            <a:ext cx="8520602" cy="841801"/>
          </a:xfrm>
          <a:prstGeom prst="rect">
            <a:avLst/>
          </a:prstGeom>
        </p:spPr>
        <p:txBody>
          <a:bodyPr anchor="ctr"/>
          <a:lstStyle>
            <a:lvl1pPr algn="ctr">
              <a:defRPr sz="3600"/>
            </a:lvl1pPr>
          </a:lstStyle>
          <a:p>
            <a:pPr/>
            <a:r>
              <a:t>Title Text</a:t>
            </a:r>
          </a:p>
        </p:txBody>
      </p:sp>
      <p:sp>
        <p:nvSpPr>
          <p:cNvPr id="2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AND_BODY">
    <p:spTree>
      <p:nvGrpSpPr>
        <p:cNvPr id="1" name=""/>
        <p:cNvGrpSpPr/>
        <p:nvPr/>
      </p:nvGrpSpPr>
      <p:grpSpPr>
        <a:xfrm>
          <a:off x="0" y="0"/>
          <a:ext cx="0" cy="0"/>
          <a:chOff x="0" y="0"/>
          <a:chExt cx="0" cy="0"/>
        </a:xfrm>
      </p:grpSpPr>
      <p:sp>
        <p:nvSpPr>
          <p:cNvPr id="28" name="Title Text"/>
          <p:cNvSpPr txBox="1"/>
          <p:nvPr>
            <p:ph type="title"/>
          </p:nvPr>
        </p:nvSpPr>
        <p:spPr>
          <a:prstGeom prst="rect">
            <a:avLst/>
          </a:prstGeom>
        </p:spPr>
        <p:txBody>
          <a:bodyPr/>
          <a:lstStyle/>
          <a:p>
            <a:pPr/>
            <a:r>
              <a:t>Title Text</a:t>
            </a:r>
          </a:p>
        </p:txBody>
      </p:sp>
      <p:sp>
        <p:nvSpPr>
          <p:cNvPr id="29"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AND_TWO_COLUMNS">
    <p:spTree>
      <p:nvGrpSpPr>
        <p:cNvPr id="1" name=""/>
        <p:cNvGrpSpPr/>
        <p:nvPr/>
      </p:nvGrpSpPr>
      <p:grpSpPr>
        <a:xfrm>
          <a:off x="0" y="0"/>
          <a:ext cx="0" cy="0"/>
          <a:chOff x="0" y="0"/>
          <a:chExt cx="0" cy="0"/>
        </a:xfrm>
      </p:grpSpPr>
      <p:sp>
        <p:nvSpPr>
          <p:cNvPr id="37" name="Title Text"/>
          <p:cNvSpPr txBox="1"/>
          <p:nvPr>
            <p:ph type="title"/>
          </p:nvPr>
        </p:nvSpPr>
        <p:spPr>
          <a:prstGeom prst="rect">
            <a:avLst/>
          </a:prstGeom>
        </p:spPr>
        <p:txBody>
          <a:bodyPr/>
          <a:lstStyle/>
          <a:p>
            <a:pPr/>
            <a:r>
              <a:t>Title Text</a:t>
            </a:r>
          </a:p>
        </p:txBody>
      </p:sp>
      <p:sp>
        <p:nvSpPr>
          <p:cNvPr id="38" name="Body Level One…"/>
          <p:cNvSpPr txBox="1"/>
          <p:nvPr>
            <p:ph type="body" sz="half" idx="1"/>
          </p:nvPr>
        </p:nvSpPr>
        <p:spPr>
          <a:xfrm>
            <a:off x="311699" y="1152475"/>
            <a:ext cx="3999902" cy="3416400"/>
          </a:xfrm>
          <a:prstGeom prst="rect">
            <a:avLst/>
          </a:prstGeom>
        </p:spPr>
        <p:txBody>
          <a:bodyPr/>
          <a:lstStyle>
            <a:lvl1pPr indent="-317500">
              <a:buSzPts val="1400"/>
              <a:defRPr sz="1400"/>
            </a:lvl1pPr>
            <a:lvl2pPr marL="965200" indent="-355600">
              <a:buSzPts val="1400"/>
              <a:defRPr sz="1400"/>
            </a:lvl2pPr>
            <a:lvl3pPr marL="1422400" indent="-355600">
              <a:buSzPts val="1400"/>
              <a:defRPr sz="1400"/>
            </a:lvl3pPr>
            <a:lvl4pPr marL="1879600" indent="-355600">
              <a:buSzPts val="1400"/>
              <a:defRPr sz="1400"/>
            </a:lvl4pPr>
            <a:lvl5pPr marL="2336800" indent="-355600">
              <a:buSzPts val="1400"/>
              <a:defRPr sz="1400"/>
            </a:lvl5pPr>
          </a:lstStyle>
          <a:p>
            <a:pPr/>
            <a:r>
              <a:t>Body Level One</a:t>
            </a:r>
          </a:p>
          <a:p>
            <a:pPr lvl="1"/>
            <a:r>
              <a:t>Body Level Two</a:t>
            </a:r>
          </a:p>
          <a:p>
            <a:pPr lvl="2"/>
            <a:r>
              <a:t>Body Level Three</a:t>
            </a:r>
          </a:p>
          <a:p>
            <a:pPr lvl="3"/>
            <a:r>
              <a:t>Body Level Four</a:t>
            </a:r>
          </a:p>
          <a:p>
            <a:pPr lvl="4"/>
            <a:r>
              <a:t>Body Level Five</a:t>
            </a:r>
          </a:p>
        </p:txBody>
      </p:sp>
      <p:sp>
        <p:nvSpPr>
          <p:cNvPr id="39" name="Google Shape;23;p5"/>
          <p:cNvSpPr txBox="1"/>
          <p:nvPr>
            <p:ph type="body" sz="half" idx="21"/>
          </p:nvPr>
        </p:nvSpPr>
        <p:spPr>
          <a:xfrm>
            <a:off x="4832399" y="1152475"/>
            <a:ext cx="3999902" cy="3416400"/>
          </a:xfrm>
          <a:prstGeom prst="rect">
            <a:avLst/>
          </a:prstGeom>
        </p:spPr>
        <p:txBody>
          <a:bodyPr/>
          <a:lstStyle/>
          <a:p>
            <a:pPr indent="-317500">
              <a:buSzPts val="1400"/>
              <a:defRPr sz="1400"/>
            </a:pP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ONLY">
    <p:spTree>
      <p:nvGrpSpPr>
        <p:cNvPr id="1" name=""/>
        <p:cNvGrpSpPr/>
        <p:nvPr/>
      </p:nvGrpSpPr>
      <p:grpSpPr>
        <a:xfrm>
          <a:off x="0" y="0"/>
          <a:ext cx="0" cy="0"/>
          <a:chOff x="0" y="0"/>
          <a:chExt cx="0" cy="0"/>
        </a:xfrm>
      </p:grpSpPr>
      <p:sp>
        <p:nvSpPr>
          <p:cNvPr id="47" name="Title Text"/>
          <p:cNvSpPr txBox="1"/>
          <p:nvPr>
            <p:ph type="title"/>
          </p:nvPr>
        </p:nvSpPr>
        <p:spPr>
          <a:prstGeom prst="rect">
            <a:avLst/>
          </a:prstGeom>
        </p:spPr>
        <p:txBody>
          <a:bodyPr/>
          <a:lstStyle/>
          <a:p>
            <a:pPr/>
            <a:r>
              <a:t>Title Text</a:t>
            </a:r>
          </a:p>
        </p:txBody>
      </p:sp>
      <p:sp>
        <p:nvSpPr>
          <p:cNvPr id="4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NE_COLUMN_TEXT">
    <p:spTree>
      <p:nvGrpSpPr>
        <p:cNvPr id="1" name=""/>
        <p:cNvGrpSpPr/>
        <p:nvPr/>
      </p:nvGrpSpPr>
      <p:grpSpPr>
        <a:xfrm>
          <a:off x="0" y="0"/>
          <a:ext cx="0" cy="0"/>
          <a:chOff x="0" y="0"/>
          <a:chExt cx="0" cy="0"/>
        </a:xfrm>
      </p:grpSpPr>
      <p:sp>
        <p:nvSpPr>
          <p:cNvPr id="55" name="Title Text"/>
          <p:cNvSpPr txBox="1"/>
          <p:nvPr>
            <p:ph type="title"/>
          </p:nvPr>
        </p:nvSpPr>
        <p:spPr>
          <a:xfrm>
            <a:off x="311699" y="555600"/>
            <a:ext cx="2808001" cy="755700"/>
          </a:xfrm>
          <a:prstGeom prst="rect">
            <a:avLst/>
          </a:prstGeom>
        </p:spPr>
        <p:txBody>
          <a:bodyPr anchor="b"/>
          <a:lstStyle>
            <a:lvl1pPr>
              <a:defRPr sz="2400"/>
            </a:lvl1pPr>
          </a:lstStyle>
          <a:p>
            <a:pPr/>
            <a:r>
              <a:t>Title Text</a:t>
            </a:r>
          </a:p>
        </p:txBody>
      </p:sp>
      <p:sp>
        <p:nvSpPr>
          <p:cNvPr id="56" name="Body Level One…"/>
          <p:cNvSpPr txBox="1"/>
          <p:nvPr>
            <p:ph type="body" sz="quarter" idx="1"/>
          </p:nvPr>
        </p:nvSpPr>
        <p:spPr>
          <a:xfrm>
            <a:off x="311699" y="1389599"/>
            <a:ext cx="2808001" cy="3179401"/>
          </a:xfrm>
          <a:prstGeom prst="rect">
            <a:avLst/>
          </a:prstGeom>
        </p:spPr>
        <p:txBody>
          <a:bodyPr/>
          <a:lstStyle>
            <a:lvl1pPr indent="-304800">
              <a:buSzPts val="1200"/>
              <a:defRPr sz="1200"/>
            </a:lvl1pPr>
            <a:lvl2pPr marL="914400" indent="-304800">
              <a:buSzPts val="1200"/>
              <a:defRPr sz="1200"/>
            </a:lvl2pPr>
            <a:lvl3pPr marL="1371600" indent="-304800">
              <a:buSzPts val="1200"/>
              <a:defRPr sz="1200"/>
            </a:lvl3pPr>
            <a:lvl4pPr marL="1828800" indent="-304800">
              <a:buSzPts val="1200"/>
              <a:defRPr sz="1200"/>
            </a:lvl4pPr>
            <a:lvl5pPr marL="2286000" indent="-304800">
              <a:buSzPts val="1200"/>
              <a:defRPr sz="1200"/>
            </a:lvl5pPr>
          </a:lstStyle>
          <a:p>
            <a:pPr/>
            <a:r>
              <a:t>Body Level One</a:t>
            </a:r>
          </a:p>
          <a:p>
            <a:pPr lvl="1"/>
            <a:r>
              <a:t>Body Level Two</a:t>
            </a:r>
          </a:p>
          <a:p>
            <a:pPr lvl="2"/>
            <a:r>
              <a:t>Body Level Three</a:t>
            </a:r>
          </a:p>
          <a:p>
            <a:pPr lvl="3"/>
            <a:r>
              <a:t>Body Level Four</a:t>
            </a:r>
          </a:p>
          <a:p>
            <a:pPr lvl="4"/>
            <a:r>
              <a:t>Body Level Five</a:t>
            </a:r>
          </a:p>
        </p:txBody>
      </p:sp>
      <p:sp>
        <p:nvSpPr>
          <p:cNvPr id="5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MAIN_POINT">
    <p:spTree>
      <p:nvGrpSpPr>
        <p:cNvPr id="1" name=""/>
        <p:cNvGrpSpPr/>
        <p:nvPr/>
      </p:nvGrpSpPr>
      <p:grpSpPr>
        <a:xfrm>
          <a:off x="0" y="0"/>
          <a:ext cx="0" cy="0"/>
          <a:chOff x="0" y="0"/>
          <a:chExt cx="0" cy="0"/>
        </a:xfrm>
      </p:grpSpPr>
      <p:sp>
        <p:nvSpPr>
          <p:cNvPr id="64" name="Title Text"/>
          <p:cNvSpPr txBox="1"/>
          <p:nvPr>
            <p:ph type="title"/>
          </p:nvPr>
        </p:nvSpPr>
        <p:spPr>
          <a:xfrm>
            <a:off x="490250" y="450149"/>
            <a:ext cx="6367801" cy="4090801"/>
          </a:xfrm>
          <a:prstGeom prst="rect">
            <a:avLst/>
          </a:prstGeom>
        </p:spPr>
        <p:txBody>
          <a:bodyPr anchor="ctr"/>
          <a:lstStyle>
            <a:lvl1pPr>
              <a:defRPr sz="4800"/>
            </a:lvl1pPr>
          </a:lstStyle>
          <a:p>
            <a:pPr/>
            <a:r>
              <a:t>Title Text</a:t>
            </a:r>
          </a:p>
        </p:txBody>
      </p:sp>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TITLE_AND_DESCRIPTION">
    <p:spTree>
      <p:nvGrpSpPr>
        <p:cNvPr id="1" name=""/>
        <p:cNvGrpSpPr/>
        <p:nvPr/>
      </p:nvGrpSpPr>
      <p:grpSpPr>
        <a:xfrm>
          <a:off x="0" y="0"/>
          <a:ext cx="0" cy="0"/>
          <a:chOff x="0" y="0"/>
          <a:chExt cx="0" cy="0"/>
        </a:xfrm>
      </p:grpSpPr>
      <p:sp>
        <p:nvSpPr>
          <p:cNvPr id="72" name="Google Shape;36;p9"/>
          <p:cNvSpPr/>
          <p:nvPr/>
        </p:nvSpPr>
        <p:spPr>
          <a:xfrm>
            <a:off x="4572000" y="-125"/>
            <a:ext cx="4572000" cy="5143501"/>
          </a:xfrm>
          <a:prstGeom prst="rect">
            <a:avLst/>
          </a:prstGeom>
          <a:solidFill>
            <a:srgbClr val="EEEEEE"/>
          </a:solidFill>
          <a:ln w="12700">
            <a:miter lim="400000"/>
          </a:ln>
        </p:spPr>
        <p:txBody>
          <a:bodyPr lIns="0" tIns="0" rIns="0" bIns="0" anchor="ctr"/>
          <a:lstStyle/>
          <a:p>
            <a:pPr/>
          </a:p>
        </p:txBody>
      </p:sp>
      <p:sp>
        <p:nvSpPr>
          <p:cNvPr id="73" name="Title Text"/>
          <p:cNvSpPr txBox="1"/>
          <p:nvPr>
            <p:ph type="title"/>
          </p:nvPr>
        </p:nvSpPr>
        <p:spPr>
          <a:xfrm>
            <a:off x="265500" y="1233175"/>
            <a:ext cx="4045200" cy="1482301"/>
          </a:xfrm>
          <a:prstGeom prst="rect">
            <a:avLst/>
          </a:prstGeom>
        </p:spPr>
        <p:txBody>
          <a:bodyPr anchor="b"/>
          <a:lstStyle>
            <a:lvl1pPr algn="ctr">
              <a:defRPr sz="4200"/>
            </a:lvl1pPr>
          </a:lstStyle>
          <a:p>
            <a:pPr/>
            <a:r>
              <a:t>Title Text</a:t>
            </a:r>
          </a:p>
        </p:txBody>
      </p:sp>
      <p:sp>
        <p:nvSpPr>
          <p:cNvPr id="74" name="Body Level One…"/>
          <p:cNvSpPr txBox="1"/>
          <p:nvPr>
            <p:ph type="body" sz="quarter" idx="1"/>
          </p:nvPr>
        </p:nvSpPr>
        <p:spPr>
          <a:xfrm>
            <a:off x="265500" y="2803075"/>
            <a:ext cx="4045200" cy="1235101"/>
          </a:xfrm>
          <a:prstGeom prst="rect">
            <a:avLst/>
          </a:prstGeom>
        </p:spPr>
        <p:txBody>
          <a:bodyPr/>
          <a:lstStyle>
            <a:lvl1pPr marL="342900" indent="-228600" algn="ctr">
              <a:lnSpc>
                <a:spcPct val="100000"/>
              </a:lnSpc>
              <a:buClrTx/>
              <a:buSzTx/>
              <a:buFontTx/>
              <a:buNone/>
              <a:defRPr sz="2100"/>
            </a:lvl1pPr>
            <a:lvl2pPr marL="342900" indent="254000" algn="ctr">
              <a:lnSpc>
                <a:spcPct val="100000"/>
              </a:lnSpc>
              <a:buClrTx/>
              <a:buSzTx/>
              <a:buFontTx/>
              <a:buNone/>
              <a:defRPr sz="2100"/>
            </a:lvl2pPr>
            <a:lvl3pPr marL="342900" indent="711200" algn="ctr">
              <a:lnSpc>
                <a:spcPct val="100000"/>
              </a:lnSpc>
              <a:buClrTx/>
              <a:buSzTx/>
              <a:buFontTx/>
              <a:buNone/>
              <a:defRPr sz="2100"/>
            </a:lvl3pPr>
            <a:lvl4pPr marL="342900" indent="1168400" algn="ctr">
              <a:lnSpc>
                <a:spcPct val="100000"/>
              </a:lnSpc>
              <a:buClrTx/>
              <a:buSzTx/>
              <a:buFontTx/>
              <a:buNone/>
              <a:defRPr sz="2100"/>
            </a:lvl4pPr>
            <a:lvl5pPr marL="342900" indent="1625600" algn="ctr">
              <a:lnSpc>
                <a:spcPct val="100000"/>
              </a:lnSpc>
              <a:buClrTx/>
              <a:buSzTx/>
              <a:buFontTx/>
              <a:buNone/>
              <a:defRPr sz="2100"/>
            </a:lvl5pPr>
          </a:lstStyle>
          <a:p>
            <a:pPr/>
            <a:r>
              <a:t>Body Level One</a:t>
            </a:r>
          </a:p>
          <a:p>
            <a:pPr lvl="1"/>
            <a:r>
              <a:t>Body Level Two</a:t>
            </a:r>
          </a:p>
          <a:p>
            <a:pPr lvl="2"/>
            <a:r>
              <a:t>Body Level Three</a:t>
            </a:r>
          </a:p>
          <a:p>
            <a:pPr lvl="3"/>
            <a:r>
              <a:t>Body Level Four</a:t>
            </a:r>
          </a:p>
          <a:p>
            <a:pPr lvl="4"/>
            <a:r>
              <a:t>Body Level Five</a:t>
            </a:r>
          </a:p>
        </p:txBody>
      </p:sp>
      <p:sp>
        <p:nvSpPr>
          <p:cNvPr id="75" name="Google Shape;39;p9"/>
          <p:cNvSpPr txBox="1"/>
          <p:nvPr>
            <p:ph type="body" sz="half" idx="21"/>
          </p:nvPr>
        </p:nvSpPr>
        <p:spPr>
          <a:xfrm>
            <a:off x="4939500" y="724074"/>
            <a:ext cx="3837000" cy="3695102"/>
          </a:xfrm>
          <a:prstGeom prst="rect">
            <a:avLst/>
          </a:prstGeom>
        </p:spPr>
        <p:txBody>
          <a:bodyPr anchor="ctr"/>
          <a:lstStyle/>
          <a:p>
            <a:pPr/>
          </a:p>
        </p:txBody>
      </p:sp>
      <p:sp>
        <p:nvSpPr>
          <p:cNvPr id="7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APTION_ONLY">
    <p:spTree>
      <p:nvGrpSpPr>
        <p:cNvPr id="1" name=""/>
        <p:cNvGrpSpPr/>
        <p:nvPr/>
      </p:nvGrpSpPr>
      <p:grpSpPr>
        <a:xfrm>
          <a:off x="0" y="0"/>
          <a:ext cx="0" cy="0"/>
          <a:chOff x="0" y="0"/>
          <a:chExt cx="0" cy="0"/>
        </a:xfrm>
      </p:grpSpPr>
      <p:sp>
        <p:nvSpPr>
          <p:cNvPr id="83" name="Body Level One…"/>
          <p:cNvSpPr txBox="1"/>
          <p:nvPr>
            <p:ph type="body" sz="quarter" idx="1"/>
          </p:nvPr>
        </p:nvSpPr>
        <p:spPr>
          <a:xfrm>
            <a:off x="311699" y="4230575"/>
            <a:ext cx="5998802" cy="605101"/>
          </a:xfrm>
          <a:prstGeom prst="rect">
            <a:avLst/>
          </a:prstGeom>
        </p:spPr>
        <p:txBody>
          <a:bodyPr anchor="ctr"/>
          <a:lstStyle>
            <a:lvl1pPr marL="228600" indent="0">
              <a:lnSpc>
                <a:spcPct val="100000"/>
              </a:lnSpc>
              <a:buClrTx/>
              <a:buSzTx/>
              <a:buFontTx/>
              <a:buNone/>
            </a:lvl1pPr>
            <a:lvl2pPr>
              <a:lnSpc>
                <a:spcPct val="100000"/>
              </a:lnSpc>
              <a:buClrTx/>
              <a:buFontTx/>
            </a:lvl2pPr>
            <a:lvl3pPr>
              <a:lnSpc>
                <a:spcPct val="100000"/>
              </a:lnSpc>
              <a:buClrTx/>
              <a:buFontTx/>
            </a:lvl3pPr>
            <a:lvl4pPr>
              <a:lnSpc>
                <a:spcPct val="100000"/>
              </a:lnSpc>
              <a:buClrTx/>
              <a:buFontTx/>
            </a:lvl4pPr>
            <a:lvl5pPr>
              <a:lnSpc>
                <a:spcPct val="100000"/>
              </a:lnSpc>
              <a:buClrTx/>
              <a:buFontTx/>
            </a:lvl5pPr>
          </a:lstStyle>
          <a:p>
            <a:pPr/>
            <a:r>
              <a:t>Body Level One</a:t>
            </a:r>
          </a:p>
          <a:p>
            <a:pPr lvl="1"/>
            <a:r>
              <a:t>Body Level Two</a:t>
            </a:r>
          </a:p>
          <a:p>
            <a:pPr lvl="2"/>
            <a:r>
              <a:t>Body Level Three</a:t>
            </a:r>
          </a:p>
          <a:p>
            <a:pPr lvl="3"/>
            <a:r>
              <a:t>Body Level Four</a:t>
            </a:r>
          </a:p>
          <a:p>
            <a:pPr lvl="4"/>
            <a:r>
              <a:t>Body Level Five</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_NUMBER">
    <p:spTree>
      <p:nvGrpSpPr>
        <p:cNvPr id="1" name=""/>
        <p:cNvGrpSpPr/>
        <p:nvPr/>
      </p:nvGrpSpPr>
      <p:grpSpPr>
        <a:xfrm>
          <a:off x="0" y="0"/>
          <a:ext cx="0" cy="0"/>
          <a:chOff x="0" y="0"/>
          <a:chExt cx="0" cy="0"/>
        </a:xfrm>
      </p:grpSpPr>
      <p:sp>
        <p:nvSpPr>
          <p:cNvPr id="91" name="xx%"/>
          <p:cNvSpPr txBox="1"/>
          <p:nvPr>
            <p:ph type="title" hasCustomPrompt="1"/>
          </p:nvPr>
        </p:nvSpPr>
        <p:spPr>
          <a:xfrm>
            <a:off x="311699" y="1106125"/>
            <a:ext cx="8520602" cy="1963500"/>
          </a:xfrm>
          <a:prstGeom prst="rect">
            <a:avLst/>
          </a:prstGeom>
        </p:spPr>
        <p:txBody>
          <a:bodyPr anchor="b"/>
          <a:lstStyle>
            <a:lvl1pPr algn="ctr">
              <a:defRPr sz="12000"/>
            </a:lvl1pPr>
          </a:lstStyle>
          <a:p>
            <a:pPr/>
            <a:r>
              <a:t>xx%</a:t>
            </a:r>
          </a:p>
        </p:txBody>
      </p:sp>
      <p:sp>
        <p:nvSpPr>
          <p:cNvPr id="92" name="Body Level One…"/>
          <p:cNvSpPr txBox="1"/>
          <p:nvPr>
            <p:ph type="body" sz="half" idx="1"/>
          </p:nvPr>
        </p:nvSpPr>
        <p:spPr>
          <a:xfrm>
            <a:off x="311699" y="3152225"/>
            <a:ext cx="8520602" cy="1300800"/>
          </a:xfrm>
          <a:prstGeom prst="rect">
            <a:avLst/>
          </a:prstGeom>
        </p:spPr>
        <p:txBody>
          <a:bodyPr/>
          <a:lstStyle>
            <a:lvl1pPr algn="ctr"/>
            <a:lvl2pPr algn="ctr"/>
            <a:lvl3pPr algn="ctr"/>
            <a:lvl4pPr algn="ctr"/>
            <a:lvl5pPr algn="ctr"/>
          </a:lstStyle>
          <a:p>
            <a:pPr/>
            <a:r>
              <a:t>Body Level One</a:t>
            </a:r>
          </a:p>
          <a:p>
            <a:pPr lvl="1"/>
            <a:r>
              <a:t>Body Level Two</a:t>
            </a:r>
          </a:p>
          <a:p>
            <a:pPr lvl="2"/>
            <a:r>
              <a:t>Body Level Three</a:t>
            </a:r>
          </a:p>
          <a:p>
            <a:pPr lvl="3"/>
            <a:r>
              <a:t>Body Level Four</a:t>
            </a:r>
          </a:p>
          <a:p>
            <a:pPr lvl="4"/>
            <a:r>
              <a:t>Body Level Five</a:t>
            </a:r>
          </a:p>
        </p:txBody>
      </p:sp>
      <p:sp>
        <p:nvSpPr>
          <p:cNvPr id="9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0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311699" y="445025"/>
            <a:ext cx="8520602" cy="5727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a:r>
              <a:t>Title Text</a:t>
            </a:r>
          </a:p>
        </p:txBody>
      </p:sp>
      <p:sp>
        <p:nvSpPr>
          <p:cNvPr id="3" name="Body Level One…"/>
          <p:cNvSpPr txBox="1"/>
          <p:nvPr>
            <p:ph type="body" idx="1"/>
          </p:nvPr>
        </p:nvSpPr>
        <p:spPr>
          <a:xfrm>
            <a:off x="311699" y="1152475"/>
            <a:ext cx="8520602" cy="3416400"/>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684345" y="4700819"/>
            <a:ext cx="336814" cy="318396"/>
          </a:xfrm>
          <a:prstGeom prst="rect">
            <a:avLst/>
          </a:prstGeom>
          <a:ln w="12700">
            <a:miter lim="400000"/>
          </a:ln>
        </p:spPr>
        <p:txBody>
          <a:bodyPr wrap="none" lIns="91424" tIns="91424" rIns="91424" bIns="91424" anchor="ctr">
            <a:normAutofit fontScale="100000" lnSpcReduction="0"/>
          </a:bodyPr>
          <a:lstStyle>
            <a:lvl1pPr algn="r">
              <a:defRPr sz="1000">
                <a:solidFill>
                  <a:schemeClr val="accent2">
                    <a:lumOff val="21764"/>
                  </a:schemeClr>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j-lt"/>
          <a:ea typeface="+mj-ea"/>
          <a:cs typeface="+mj-cs"/>
          <a:sym typeface="Arial"/>
        </a:defRPr>
      </a:lvl1pPr>
      <a:lvl2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j-lt"/>
          <a:ea typeface="+mj-ea"/>
          <a:cs typeface="+mj-cs"/>
          <a:sym typeface="Arial"/>
        </a:defRPr>
      </a:lvl2pPr>
      <a:lvl3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j-lt"/>
          <a:ea typeface="+mj-ea"/>
          <a:cs typeface="+mj-cs"/>
          <a:sym typeface="Arial"/>
        </a:defRPr>
      </a:lvl3pPr>
      <a:lvl4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j-lt"/>
          <a:ea typeface="+mj-ea"/>
          <a:cs typeface="+mj-cs"/>
          <a:sym typeface="Arial"/>
        </a:defRPr>
      </a:lvl4pPr>
      <a:lvl5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j-lt"/>
          <a:ea typeface="+mj-ea"/>
          <a:cs typeface="+mj-cs"/>
          <a:sym typeface="Arial"/>
        </a:defRPr>
      </a:lvl5pPr>
      <a:lvl6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j-lt"/>
          <a:ea typeface="+mj-ea"/>
          <a:cs typeface="+mj-cs"/>
          <a:sym typeface="Arial"/>
        </a:defRPr>
      </a:lvl6pPr>
      <a:lvl7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j-lt"/>
          <a:ea typeface="+mj-ea"/>
          <a:cs typeface="+mj-cs"/>
          <a:sym typeface="Arial"/>
        </a:defRPr>
      </a:lvl7pPr>
      <a:lvl8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j-lt"/>
          <a:ea typeface="+mj-ea"/>
          <a:cs typeface="+mj-cs"/>
          <a:sym typeface="Arial"/>
        </a:defRPr>
      </a:lvl8pPr>
      <a:lvl9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j-lt"/>
          <a:ea typeface="+mj-ea"/>
          <a:cs typeface="+mj-cs"/>
          <a:sym typeface="Arial"/>
        </a:defRPr>
      </a:lvl9pPr>
    </p:titleStyle>
    <p:bodyStyle>
      <a:lvl1pPr marL="457200" marR="0" indent="-342900" algn="l" defTabSz="914400" rtl="0" latinLnBrk="0">
        <a:lnSpc>
          <a:spcPct val="115000"/>
        </a:lnSpc>
        <a:spcBef>
          <a:spcPts val="0"/>
        </a:spcBef>
        <a:spcAft>
          <a:spcPts val="0"/>
        </a:spcAft>
        <a:buClr>
          <a:schemeClr val="accent2">
            <a:lumOff val="21764"/>
          </a:schemeClr>
        </a:buClr>
        <a:buSzPts val="1800"/>
        <a:buFont typeface="Arial"/>
        <a:buChar char="●"/>
        <a:tabLst/>
        <a:defRPr b="0" baseline="0" cap="none" i="0" spc="0" strike="noStrike" sz="1800" u="none">
          <a:solidFill>
            <a:schemeClr val="accent2">
              <a:lumOff val="21764"/>
            </a:schemeClr>
          </a:solidFill>
          <a:uFillTx/>
          <a:latin typeface="+mj-lt"/>
          <a:ea typeface="+mj-ea"/>
          <a:cs typeface="+mj-cs"/>
          <a:sym typeface="Arial"/>
        </a:defRPr>
      </a:lvl1pPr>
      <a:lvl2pPr marL="10051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b="0" baseline="0" cap="none" i="0" spc="0" strike="noStrike" sz="1800" u="none">
          <a:solidFill>
            <a:schemeClr val="accent2">
              <a:lumOff val="21764"/>
            </a:schemeClr>
          </a:solidFill>
          <a:uFillTx/>
          <a:latin typeface="+mj-lt"/>
          <a:ea typeface="+mj-ea"/>
          <a:cs typeface="+mj-cs"/>
          <a:sym typeface="Arial"/>
        </a:defRPr>
      </a:lvl2pPr>
      <a:lvl3pPr marL="14623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b="0" baseline="0" cap="none" i="0" spc="0" strike="noStrike" sz="1800" u="none">
          <a:solidFill>
            <a:schemeClr val="accent2">
              <a:lumOff val="21764"/>
            </a:schemeClr>
          </a:solidFill>
          <a:uFillTx/>
          <a:latin typeface="+mj-lt"/>
          <a:ea typeface="+mj-ea"/>
          <a:cs typeface="+mj-cs"/>
          <a:sym typeface="Arial"/>
        </a:defRPr>
      </a:lvl3pPr>
      <a:lvl4pPr marL="19195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b="0" baseline="0" cap="none" i="0" spc="0" strike="noStrike" sz="1800" u="none">
          <a:solidFill>
            <a:schemeClr val="accent2">
              <a:lumOff val="21764"/>
            </a:schemeClr>
          </a:solidFill>
          <a:uFillTx/>
          <a:latin typeface="+mj-lt"/>
          <a:ea typeface="+mj-ea"/>
          <a:cs typeface="+mj-cs"/>
          <a:sym typeface="Arial"/>
        </a:defRPr>
      </a:lvl4pPr>
      <a:lvl5pPr marL="23767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b="0" baseline="0" cap="none" i="0" spc="0" strike="noStrike" sz="1800" u="none">
          <a:solidFill>
            <a:schemeClr val="accent2">
              <a:lumOff val="21764"/>
            </a:schemeClr>
          </a:solidFill>
          <a:uFillTx/>
          <a:latin typeface="+mj-lt"/>
          <a:ea typeface="+mj-ea"/>
          <a:cs typeface="+mj-cs"/>
          <a:sym typeface="Arial"/>
        </a:defRPr>
      </a:lvl5pPr>
      <a:lvl6pPr marL="28339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b="0" baseline="0" cap="none" i="0" spc="0" strike="noStrike" sz="1800" u="none">
          <a:solidFill>
            <a:schemeClr val="accent2">
              <a:lumOff val="21764"/>
            </a:schemeClr>
          </a:solidFill>
          <a:uFillTx/>
          <a:latin typeface="+mj-lt"/>
          <a:ea typeface="+mj-ea"/>
          <a:cs typeface="+mj-cs"/>
          <a:sym typeface="Arial"/>
        </a:defRPr>
      </a:lvl6pPr>
      <a:lvl7pPr marL="32911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b="0" baseline="0" cap="none" i="0" spc="0" strike="noStrike" sz="1800" u="none">
          <a:solidFill>
            <a:schemeClr val="accent2">
              <a:lumOff val="21764"/>
            </a:schemeClr>
          </a:solidFill>
          <a:uFillTx/>
          <a:latin typeface="+mj-lt"/>
          <a:ea typeface="+mj-ea"/>
          <a:cs typeface="+mj-cs"/>
          <a:sym typeface="Arial"/>
        </a:defRPr>
      </a:lvl7pPr>
      <a:lvl8pPr marL="37483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b="0" baseline="0" cap="none" i="0" spc="0" strike="noStrike" sz="1800" u="none">
          <a:solidFill>
            <a:schemeClr val="accent2">
              <a:lumOff val="21764"/>
            </a:schemeClr>
          </a:solidFill>
          <a:uFillTx/>
          <a:latin typeface="+mj-lt"/>
          <a:ea typeface="+mj-ea"/>
          <a:cs typeface="+mj-cs"/>
          <a:sym typeface="Arial"/>
        </a:defRPr>
      </a:lvl8pPr>
      <a:lvl9pPr marL="42055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b="0" baseline="0" cap="none" i="0" spc="0" strike="noStrike" sz="1800" u="none">
          <a:solidFill>
            <a:schemeClr val="accent2">
              <a:lumOff val="21764"/>
            </a:schemeClr>
          </a:solidFill>
          <a:uFillTx/>
          <a:latin typeface="+mj-lt"/>
          <a:ea typeface="+mj-ea"/>
          <a:cs typeface="+mj-cs"/>
          <a:sym typeface="Arial"/>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1pPr>
      <a:lvl2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2pPr>
      <a:lvl3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3pPr>
      <a:lvl4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4pPr>
      <a:lvl5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hyperlink" Target="http://drive.google.com/file/d/122_icL7l6yP4S64UFzRKp9TTVtIUH51F/view" TargetMode="External"/><Relationship Id="rId6" Type="http://schemas.openxmlformats.org/officeDocument/2006/relationships/image" Target="../media/image2.jpe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hyperlink" Target="http://drive.google.com/file/d/1ZxYYPeKpoLRQWIYR-kOtfQINJyq4iRdN/view" TargetMode="External"/><Relationship Id="rId8" Type="http://schemas.openxmlformats.org/officeDocument/2006/relationships/image" Target="../media/image3.jpe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hyperlink" Target="http://drive.google.com/file/d/1_jxVC1P6rssFxyF88BJndCoGNTVoY2Lm/view" TargetMode="External"/><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hyperlink" Target="http://p5.js" TargetMode="External"/><Relationship Id="rId4" Type="http://schemas.openxmlformats.org/officeDocument/2006/relationships/hyperlink" Target="http://ml5.js" TargetMode="External"/><Relationship Id="rId5" Type="http://schemas.openxmlformats.org/officeDocument/2006/relationships/image" Target="../media/image4.jpeg"/><Relationship Id="rId6" Type="http://schemas.openxmlformats.org/officeDocument/2006/relationships/image" Target="../media/image12.png"/><Relationship Id="rId7" Type="http://schemas.openxmlformats.org/officeDocument/2006/relationships/hyperlink" Target="http://drive.google.com/file/d/1GEYpb4QszkH8PwKCT6MzxdlwKsra2qQC/view" TargetMode="External"/><Relationship Id="rId8" Type="http://schemas.openxmlformats.org/officeDocument/2006/relationships/image" Target="../media/image5.jpeg"/><Relationship Id="rId9" Type="http://schemas.openxmlformats.org/officeDocument/2006/relationships/hyperlink" Target="http://drive.google.com/file/d/1bYfh6KHJ5zqImz3JwDEv8spS-9Opy5k6/view" TargetMode="External"/><Relationship Id="rId10" Type="http://schemas.openxmlformats.org/officeDocument/2006/relationships/image" Target="../media/image6.jpe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gradFill flip="none" rotWithShape="1">
          <a:gsLst>
            <a:gs pos="0">
              <a:srgbClr val="48423A"/>
            </a:gs>
            <a:gs pos="100000">
              <a:srgbClr val="E0D7AB"/>
            </a:gs>
          </a:gsLst>
          <a:lin ang="5400012" scaled="0"/>
        </a:gradFill>
      </p:bgPr>
    </p:bg>
    <p:spTree>
      <p:nvGrpSpPr>
        <p:cNvPr id="1" name=""/>
        <p:cNvGrpSpPr/>
        <p:nvPr/>
      </p:nvGrpSpPr>
      <p:grpSpPr>
        <a:xfrm>
          <a:off x="0" y="0"/>
          <a:ext cx="0" cy="0"/>
          <a:chOff x="0" y="0"/>
          <a:chExt cx="0" cy="0"/>
        </a:xfrm>
      </p:grpSpPr>
      <p:pic>
        <p:nvPicPr>
          <p:cNvPr id="109" name="stars-night-textured-backdrop.jpgGoogle Shape;54;p13" descr="stars-night-textured-backdrop.jpgGoogle Shape;54;p13"/>
          <p:cNvPicPr>
            <a:picLocks noChangeAspect="1"/>
          </p:cNvPicPr>
          <p:nvPr/>
        </p:nvPicPr>
        <p:blipFill>
          <a:blip r:embed="rId2">
            <a:extLst/>
          </a:blip>
          <a:stretch>
            <a:fillRect/>
          </a:stretch>
        </p:blipFill>
        <p:spPr>
          <a:xfrm>
            <a:off x="0" y="0"/>
            <a:ext cx="9359974" cy="5143502"/>
          </a:xfrm>
          <a:prstGeom prst="rect">
            <a:avLst/>
          </a:prstGeom>
          <a:ln w="12700">
            <a:miter lim="400000"/>
          </a:ln>
        </p:spPr>
      </p:pic>
      <p:pic>
        <p:nvPicPr>
          <p:cNvPr id="110" name="Untitled_Artwork.pngGoogle Shape;55;p13" descr="Untitled_Artwork.pngGoogle Shape;55;p13"/>
          <p:cNvPicPr>
            <a:picLocks noChangeAspect="1"/>
          </p:cNvPicPr>
          <p:nvPr/>
        </p:nvPicPr>
        <p:blipFill>
          <a:blip r:embed="rId3">
            <a:extLst/>
          </a:blip>
          <a:stretch>
            <a:fillRect/>
          </a:stretch>
        </p:blipFill>
        <p:spPr>
          <a:xfrm>
            <a:off x="2108237" y="0"/>
            <a:ext cx="5143503" cy="5143502"/>
          </a:xfrm>
          <a:prstGeom prst="rect">
            <a:avLst/>
          </a:prstGeom>
          <a:ln w="12700">
            <a:miter lim="400000"/>
          </a:ln>
        </p:spPr>
      </p:pic>
      <p:pic>
        <p:nvPicPr>
          <p:cNvPr id="111" name="Untitled_Artwork.pngGoogle Shape;56;p13" descr="Untitled_Artwork.pngGoogle Shape;56;p13"/>
          <p:cNvPicPr>
            <a:picLocks noChangeAspect="1"/>
          </p:cNvPicPr>
          <p:nvPr/>
        </p:nvPicPr>
        <p:blipFill>
          <a:blip r:embed="rId3">
            <a:extLst/>
          </a:blip>
          <a:srcRect l="59011" t="0" r="0" b="0"/>
          <a:stretch>
            <a:fillRect/>
          </a:stretch>
        </p:blipFill>
        <p:spPr>
          <a:xfrm>
            <a:off x="1" y="0"/>
            <a:ext cx="2108252" cy="5143502"/>
          </a:xfrm>
          <a:prstGeom prst="rect">
            <a:avLst/>
          </a:prstGeom>
          <a:ln w="12700">
            <a:miter lim="400000"/>
          </a:ln>
        </p:spPr>
      </p:pic>
      <p:pic>
        <p:nvPicPr>
          <p:cNvPr id="112" name="Untitled_Artwork.pngGoogle Shape;57;p13" descr="Untitled_Artwork.pngGoogle Shape;57;p13"/>
          <p:cNvPicPr>
            <a:picLocks noChangeAspect="1"/>
          </p:cNvPicPr>
          <p:nvPr/>
        </p:nvPicPr>
        <p:blipFill>
          <a:blip r:embed="rId3">
            <a:extLst/>
          </a:blip>
          <a:srcRect l="0" t="0" r="59011" b="0"/>
          <a:stretch>
            <a:fillRect/>
          </a:stretch>
        </p:blipFill>
        <p:spPr>
          <a:xfrm>
            <a:off x="7251751" y="0"/>
            <a:ext cx="2108253" cy="5143502"/>
          </a:xfrm>
          <a:prstGeom prst="rect">
            <a:avLst/>
          </a:prstGeom>
          <a:ln w="12700">
            <a:miter lim="400000"/>
          </a:ln>
        </p:spPr>
      </p:pic>
      <p:sp>
        <p:nvSpPr>
          <p:cNvPr id="113" name="Google Shape;58;p13"/>
          <p:cNvSpPr txBox="1"/>
          <p:nvPr>
            <p:ph type="ctrTitle"/>
          </p:nvPr>
        </p:nvSpPr>
        <p:spPr>
          <a:xfrm>
            <a:off x="311706" y="-421755"/>
            <a:ext cx="8520602" cy="2052599"/>
          </a:xfrm>
          <a:prstGeom prst="rect">
            <a:avLst/>
          </a:prstGeom>
        </p:spPr>
        <p:txBody>
          <a:bodyPr/>
          <a:lstStyle>
            <a:lvl1pPr>
              <a:defRPr sz="4200">
                <a:solidFill>
                  <a:srgbClr val="E0D7AB"/>
                </a:solidFill>
                <a:latin typeface="Oswald"/>
                <a:ea typeface="Oswald"/>
                <a:cs typeface="Oswald"/>
                <a:sym typeface="Oswald"/>
              </a:defRPr>
            </a:lvl1pPr>
          </a:lstStyle>
          <a:p>
            <a:pPr/>
            <a:r>
              <a:t>Constellations of Us inspired</a:t>
            </a:r>
          </a:p>
        </p:txBody>
      </p:sp>
      <p:sp>
        <p:nvSpPr>
          <p:cNvPr id="114" name="Google Shape;59;p13"/>
          <p:cNvSpPr txBox="1"/>
          <p:nvPr>
            <p:ph type="subTitle" sz="quarter" idx="1"/>
          </p:nvPr>
        </p:nvSpPr>
        <p:spPr>
          <a:xfrm>
            <a:off x="311699" y="4023392"/>
            <a:ext cx="8520602" cy="792601"/>
          </a:xfrm>
          <a:prstGeom prst="rect">
            <a:avLst/>
          </a:prstGeom>
        </p:spPr>
        <p:txBody>
          <a:bodyPr/>
          <a:lstStyle>
            <a:lvl1pPr marL="0" indent="0" defTabSz="859536">
              <a:lnSpc>
                <a:spcPct val="90000"/>
              </a:lnSpc>
              <a:defRPr sz="3948">
                <a:solidFill>
                  <a:srgbClr val="E0D7AB"/>
                </a:solidFill>
                <a:latin typeface="Oswald"/>
                <a:ea typeface="Oswald"/>
                <a:cs typeface="Oswald"/>
                <a:sym typeface="Oswald"/>
              </a:defRPr>
            </a:lvl1pPr>
          </a:lstStyle>
          <a:p>
            <a:pPr/>
            <a:r>
              <a:t>Interactive Installation</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gradFill flip="none" rotWithShape="1">
          <a:gsLst>
            <a:gs pos="0">
              <a:srgbClr val="48423A"/>
            </a:gs>
            <a:gs pos="100000">
              <a:srgbClr val="E0D7AB"/>
            </a:gs>
          </a:gsLst>
          <a:lin ang="5400012" scaled="0"/>
        </a:gradFill>
      </p:bgPr>
    </p:bg>
    <p:spTree>
      <p:nvGrpSpPr>
        <p:cNvPr id="1" name=""/>
        <p:cNvGrpSpPr/>
        <p:nvPr/>
      </p:nvGrpSpPr>
      <p:grpSpPr>
        <a:xfrm>
          <a:off x="0" y="0"/>
          <a:ext cx="0" cy="0"/>
          <a:chOff x="0" y="0"/>
          <a:chExt cx="0" cy="0"/>
        </a:xfrm>
      </p:grpSpPr>
      <p:pic>
        <p:nvPicPr>
          <p:cNvPr id="116" name="stars-night-textured-backdrop.jpgGoogle Shape;64;p14" descr="stars-night-textured-backdrop.jpgGoogle Shape;64;p14"/>
          <p:cNvPicPr>
            <a:picLocks noChangeAspect="1"/>
          </p:cNvPicPr>
          <p:nvPr/>
        </p:nvPicPr>
        <p:blipFill>
          <a:blip r:embed="rId2">
            <a:extLst/>
          </a:blip>
          <a:stretch>
            <a:fillRect/>
          </a:stretch>
        </p:blipFill>
        <p:spPr>
          <a:xfrm>
            <a:off x="0" y="0"/>
            <a:ext cx="9143997" cy="5143502"/>
          </a:xfrm>
          <a:prstGeom prst="rect">
            <a:avLst/>
          </a:prstGeom>
          <a:ln w="12700">
            <a:miter lim="400000"/>
          </a:ln>
        </p:spPr>
      </p:pic>
      <p:sp>
        <p:nvSpPr>
          <p:cNvPr id="117" name="Google Shape;65;p14"/>
          <p:cNvSpPr txBox="1"/>
          <p:nvPr>
            <p:ph type="ctrTitle"/>
          </p:nvPr>
        </p:nvSpPr>
        <p:spPr>
          <a:xfrm>
            <a:off x="-1280609" y="-1284123"/>
            <a:ext cx="8520602" cy="2052599"/>
          </a:xfrm>
          <a:prstGeom prst="rect">
            <a:avLst/>
          </a:prstGeom>
        </p:spPr>
        <p:txBody>
          <a:bodyPr/>
          <a:lstStyle>
            <a:lvl1pPr>
              <a:defRPr sz="3000">
                <a:solidFill>
                  <a:srgbClr val="E0D7AB"/>
                </a:solidFill>
                <a:latin typeface="Oswald"/>
                <a:ea typeface="Oswald"/>
                <a:cs typeface="Oswald"/>
                <a:sym typeface="Oswald"/>
              </a:defRPr>
            </a:lvl1pPr>
          </a:lstStyle>
          <a:p>
            <a:pPr/>
            <a:r>
              <a:t>Interactive Installation - Overall Vision</a:t>
            </a:r>
          </a:p>
        </p:txBody>
      </p:sp>
      <p:sp>
        <p:nvSpPr>
          <p:cNvPr id="118" name="Google Shape;66;p14"/>
          <p:cNvSpPr txBox="1"/>
          <p:nvPr/>
        </p:nvSpPr>
        <p:spPr>
          <a:xfrm>
            <a:off x="732449" y="858578"/>
            <a:ext cx="7679102" cy="877196"/>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sz="1000">
                <a:solidFill>
                  <a:srgbClr val="B2AB88"/>
                </a:solidFill>
              </a:defRPr>
            </a:pPr>
            <a:r>
              <a:t>Become part of the stars</a:t>
            </a:r>
          </a:p>
          <a:p>
            <a:pPr algn="ctr">
              <a:defRPr sz="1000">
                <a:solidFill>
                  <a:srgbClr val="B2AB88"/>
                </a:solidFill>
              </a:defRPr>
            </a:pPr>
            <a:r>
              <a:t>Our vision is to create an immersive and interactive installation that allows the public to create a unique starscape. </a:t>
            </a:r>
          </a:p>
          <a:p>
            <a:pPr algn="ctr">
              <a:defRPr sz="1000">
                <a:solidFill>
                  <a:srgbClr val="B2AB88"/>
                </a:solidFill>
              </a:defRPr>
            </a:pPr>
            <a:r>
              <a:t>The aim is for it to allow families and groups to experiment with the visuals and sounds that can be created with their body position and collaboration.</a:t>
            </a:r>
          </a:p>
        </p:txBody>
      </p:sp>
      <p:sp>
        <p:nvSpPr>
          <p:cNvPr id="119" name="Google Shape;67;p14"/>
          <p:cNvSpPr txBox="1"/>
          <p:nvPr/>
        </p:nvSpPr>
        <p:spPr>
          <a:xfrm>
            <a:off x="2128024" y="4400720"/>
            <a:ext cx="5103901" cy="610080"/>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defRPr sz="1000">
                <a:solidFill>
                  <a:srgbClr val="B2AB88"/>
                </a:solidFill>
              </a:defRPr>
            </a:lvl1pPr>
          </a:lstStyle>
          <a:p>
            <a:pPr/>
            <a:r>
              <a:t>Possible art styles for animated visuals. The use of clip studio and other software to animate stars and space artifacts.</a:t>
            </a:r>
            <a:endParaRPr sz="1100">
              <a:solidFill>
                <a:srgbClr val="001D35"/>
              </a:solidFill>
            </a:endParaRPr>
          </a:p>
        </p:txBody>
      </p:sp>
      <p:pic>
        <p:nvPicPr>
          <p:cNvPr id="120" name="Google Shape;68;p14" descr="Google Shape;68;p14"/>
          <p:cNvPicPr>
            <a:picLocks noChangeAspect="1"/>
          </p:cNvPicPr>
          <p:nvPr/>
        </p:nvPicPr>
        <p:blipFill>
          <a:blip r:embed="rId3">
            <a:extLst/>
          </a:blip>
          <a:stretch>
            <a:fillRect/>
          </a:stretch>
        </p:blipFill>
        <p:spPr>
          <a:xfrm>
            <a:off x="287172" y="1667474"/>
            <a:ext cx="4156133" cy="2336377"/>
          </a:xfrm>
          <a:prstGeom prst="rect">
            <a:avLst/>
          </a:prstGeom>
          <a:ln w="12700">
            <a:miter lim="400000"/>
          </a:ln>
        </p:spPr>
      </p:pic>
      <p:pic>
        <p:nvPicPr>
          <p:cNvPr id="121" name="Google Shape;69;p14" descr="Google Shape;69;p14"/>
          <p:cNvPicPr>
            <a:picLocks noChangeAspect="1"/>
          </p:cNvPicPr>
          <p:nvPr/>
        </p:nvPicPr>
        <p:blipFill>
          <a:blip r:embed="rId4">
            <a:extLst/>
          </a:blip>
          <a:stretch>
            <a:fillRect/>
          </a:stretch>
        </p:blipFill>
        <p:spPr>
          <a:xfrm>
            <a:off x="4665024" y="1667474"/>
            <a:ext cx="4214826" cy="2377501"/>
          </a:xfrm>
          <a:prstGeom prst="rect">
            <a:avLst/>
          </a:prstGeom>
          <a:ln w="12700">
            <a:miter lim="400000"/>
          </a:ln>
        </p:spPr>
      </p:pic>
      <p:pic>
        <p:nvPicPr>
          <p:cNvPr id="122" name="spiral space.mp4Google Shape;70;p14" descr="spiral space.mp4Google Shape;70;p14">
            <a:hlinkClick r:id="rId5" invalidUrl="" action="" tgtFrame="" tooltip="" history="1" highlightClick="0" endSnd="0"/>
          </p:cNvPr>
          <p:cNvPicPr>
            <a:picLocks noChangeAspect="1"/>
          </p:cNvPicPr>
          <p:nvPr/>
        </p:nvPicPr>
        <p:blipFill>
          <a:blip r:embed="rId6">
            <a:extLst/>
          </a:blip>
          <a:stretch>
            <a:fillRect/>
          </a:stretch>
        </p:blipFill>
        <p:spPr>
          <a:xfrm>
            <a:off x="4037186" y="3311874"/>
            <a:ext cx="1069626" cy="1059575"/>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gradFill flip="none" rotWithShape="1">
          <a:gsLst>
            <a:gs pos="0">
              <a:srgbClr val="48423A"/>
            </a:gs>
            <a:gs pos="100000">
              <a:srgbClr val="E0D7AB"/>
            </a:gs>
          </a:gsLst>
          <a:lin ang="5400012" scaled="0"/>
        </a:gradFill>
      </p:bgPr>
    </p:bg>
    <p:spTree>
      <p:nvGrpSpPr>
        <p:cNvPr id="1" name=""/>
        <p:cNvGrpSpPr/>
        <p:nvPr/>
      </p:nvGrpSpPr>
      <p:grpSpPr>
        <a:xfrm>
          <a:off x="0" y="0"/>
          <a:ext cx="0" cy="0"/>
          <a:chOff x="0" y="0"/>
          <a:chExt cx="0" cy="0"/>
        </a:xfrm>
      </p:grpSpPr>
      <p:pic>
        <p:nvPicPr>
          <p:cNvPr id="124" name="stars-night-textured-backdrop.jpgGoogle Shape;75;p15" descr="stars-night-textured-backdrop.jpgGoogle Shape;75;p15"/>
          <p:cNvPicPr>
            <a:picLocks noChangeAspect="1"/>
          </p:cNvPicPr>
          <p:nvPr/>
        </p:nvPicPr>
        <p:blipFill>
          <a:blip r:embed="rId2">
            <a:extLst/>
          </a:blip>
          <a:stretch>
            <a:fillRect/>
          </a:stretch>
        </p:blipFill>
        <p:spPr>
          <a:xfrm>
            <a:off x="0" y="0"/>
            <a:ext cx="9144004" cy="5143502"/>
          </a:xfrm>
          <a:prstGeom prst="rect">
            <a:avLst/>
          </a:prstGeom>
          <a:ln w="12700">
            <a:miter lim="400000"/>
          </a:ln>
        </p:spPr>
      </p:pic>
      <p:pic>
        <p:nvPicPr>
          <p:cNvPr id="125" name="Google Shape;76;p15" descr="Google Shape;76;p15"/>
          <p:cNvPicPr>
            <a:picLocks noChangeAspect="1"/>
          </p:cNvPicPr>
          <p:nvPr/>
        </p:nvPicPr>
        <p:blipFill>
          <a:blip r:embed="rId3">
            <a:extLst/>
          </a:blip>
          <a:srcRect l="0" t="0" r="0" b="8759"/>
          <a:stretch>
            <a:fillRect/>
          </a:stretch>
        </p:blipFill>
        <p:spPr>
          <a:xfrm>
            <a:off x="2813687" y="1450845"/>
            <a:ext cx="3516626" cy="2589025"/>
          </a:xfrm>
          <a:prstGeom prst="rect">
            <a:avLst/>
          </a:prstGeom>
          <a:ln w="12700">
            <a:miter lim="400000"/>
          </a:ln>
        </p:spPr>
      </p:pic>
      <p:sp>
        <p:nvSpPr>
          <p:cNvPr id="126" name="Google Shape;77;p15"/>
          <p:cNvSpPr txBox="1"/>
          <p:nvPr>
            <p:ph type="ctrTitle"/>
          </p:nvPr>
        </p:nvSpPr>
        <p:spPr>
          <a:xfrm>
            <a:off x="-2476844" y="-1356180"/>
            <a:ext cx="8520602" cy="2052599"/>
          </a:xfrm>
          <a:prstGeom prst="rect">
            <a:avLst/>
          </a:prstGeom>
        </p:spPr>
        <p:txBody>
          <a:bodyPr/>
          <a:lstStyle>
            <a:lvl1pPr>
              <a:defRPr sz="3000">
                <a:solidFill>
                  <a:srgbClr val="E0D7AB"/>
                </a:solidFill>
                <a:latin typeface="Oswald"/>
                <a:ea typeface="Oswald"/>
                <a:cs typeface="Oswald"/>
                <a:sym typeface="Oswald"/>
              </a:defRPr>
            </a:lvl1pPr>
          </a:lstStyle>
          <a:p>
            <a:pPr/>
            <a:r>
              <a:t>Constellations of Us</a:t>
            </a:r>
          </a:p>
        </p:txBody>
      </p:sp>
      <p:sp>
        <p:nvSpPr>
          <p:cNvPr id="127" name="Google Shape;78;p15"/>
          <p:cNvSpPr txBox="1"/>
          <p:nvPr>
            <p:ph type="subTitle" sz="quarter" idx="1"/>
          </p:nvPr>
        </p:nvSpPr>
        <p:spPr>
          <a:xfrm>
            <a:off x="-934199" y="476524"/>
            <a:ext cx="8520602" cy="792601"/>
          </a:xfrm>
          <a:prstGeom prst="rect">
            <a:avLst/>
          </a:prstGeom>
        </p:spPr>
        <p:txBody>
          <a:bodyPr/>
          <a:lstStyle>
            <a:lvl1pPr marL="0" indent="0">
              <a:defRPr sz="2400">
                <a:latin typeface="Oswald"/>
                <a:ea typeface="Oswald"/>
                <a:cs typeface="Oswald"/>
                <a:sym typeface="Oswald"/>
              </a:defRPr>
            </a:lvl1pPr>
          </a:lstStyle>
          <a:p>
            <a:pPr/>
            <a:r>
              <a:t>Interactive Installation - Places of inspiration</a:t>
            </a:r>
          </a:p>
        </p:txBody>
      </p:sp>
      <p:sp>
        <p:nvSpPr>
          <p:cNvPr id="128" name="Google Shape;79;p15"/>
          <p:cNvSpPr txBox="1"/>
          <p:nvPr/>
        </p:nvSpPr>
        <p:spPr>
          <a:xfrm>
            <a:off x="138683" y="1085594"/>
            <a:ext cx="8885702" cy="47038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defRPr sz="1000">
                <a:solidFill>
                  <a:srgbClr val="B2AB88"/>
                </a:solidFill>
              </a:defRPr>
            </a:lvl1pPr>
          </a:lstStyle>
          <a:p>
            <a:pPr/>
            <a:r>
              <a:t>Our installation should evolve based on active participants whose bodies trigger changes in the artwork. </a:t>
            </a:r>
            <a:endParaRPr sz="1100">
              <a:solidFill>
                <a:srgbClr val="001D35"/>
              </a:solidFill>
            </a:endParaRPr>
          </a:p>
        </p:txBody>
      </p:sp>
      <p:pic>
        <p:nvPicPr>
          <p:cNvPr id="129" name="Google Shape;80;p15" descr="Google Shape;80;p15"/>
          <p:cNvPicPr>
            <a:picLocks noChangeAspect="1"/>
          </p:cNvPicPr>
          <p:nvPr/>
        </p:nvPicPr>
        <p:blipFill>
          <a:blip r:embed="rId3">
            <a:extLst/>
          </a:blip>
          <a:srcRect l="0" t="0" r="0" b="8759"/>
          <a:stretch>
            <a:fillRect/>
          </a:stretch>
        </p:blipFill>
        <p:spPr>
          <a:xfrm>
            <a:off x="356561" y="1670451"/>
            <a:ext cx="2838825" cy="2090015"/>
          </a:xfrm>
          <a:prstGeom prst="rect">
            <a:avLst/>
          </a:prstGeom>
          <a:ln w="12700">
            <a:miter lim="400000"/>
          </a:ln>
        </p:spPr>
      </p:pic>
      <p:pic>
        <p:nvPicPr>
          <p:cNvPr id="130" name="Google Shape;81;p15" descr="Google Shape;81;p15"/>
          <p:cNvPicPr>
            <a:picLocks noChangeAspect="1"/>
          </p:cNvPicPr>
          <p:nvPr/>
        </p:nvPicPr>
        <p:blipFill>
          <a:blip r:embed="rId4">
            <a:extLst/>
          </a:blip>
          <a:srcRect l="0" t="0" r="0" b="6437"/>
          <a:stretch>
            <a:fillRect/>
          </a:stretch>
        </p:blipFill>
        <p:spPr>
          <a:xfrm>
            <a:off x="603050" y="1802102"/>
            <a:ext cx="2966300" cy="1784410"/>
          </a:xfrm>
          <a:prstGeom prst="rect">
            <a:avLst/>
          </a:prstGeom>
          <a:ln w="12700">
            <a:miter lim="400000"/>
          </a:ln>
          <a:effectLst>
            <a:outerShdw sx="100000" sy="100000" kx="0" ky="0" algn="b" rotWithShape="0" blurRad="342900" dist="76200" dir="5400000">
              <a:srgbClr val="FFFFFF">
                <a:alpha val="70000"/>
              </a:srgbClr>
            </a:outerShdw>
          </a:effectLst>
        </p:spPr>
      </p:pic>
      <p:pic>
        <p:nvPicPr>
          <p:cNvPr id="131" name="Google Shape;82;p15" descr="Google Shape;82;p15"/>
          <p:cNvPicPr>
            <a:picLocks noChangeAspect="1"/>
          </p:cNvPicPr>
          <p:nvPr/>
        </p:nvPicPr>
        <p:blipFill>
          <a:blip r:embed="rId5">
            <a:extLst/>
          </a:blip>
          <a:stretch>
            <a:fillRect/>
          </a:stretch>
        </p:blipFill>
        <p:spPr>
          <a:xfrm>
            <a:off x="3515143" y="1682964"/>
            <a:ext cx="2383959" cy="2052601"/>
          </a:xfrm>
          <a:prstGeom prst="rect">
            <a:avLst/>
          </a:prstGeom>
          <a:ln w="12700">
            <a:miter lim="400000"/>
          </a:ln>
          <a:effectLst>
            <a:outerShdw sx="100000" sy="100000" kx="0" ky="0" algn="b" rotWithShape="0" blurRad="203200" dist="114300" dir="5400000">
              <a:srgbClr val="FFFFFF">
                <a:alpha val="50000"/>
              </a:srgbClr>
            </a:outerShdw>
          </a:effectLst>
        </p:spPr>
      </p:pic>
      <p:sp>
        <p:nvSpPr>
          <p:cNvPr id="132" name="Google Shape;83;p15"/>
          <p:cNvSpPr txBox="1"/>
          <p:nvPr/>
        </p:nvSpPr>
        <p:spPr>
          <a:xfrm>
            <a:off x="1039174" y="4126975"/>
            <a:ext cx="6945302" cy="597797"/>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sz="1000">
                <a:solidFill>
                  <a:srgbClr val="B2AB88"/>
                </a:solidFill>
              </a:defRPr>
            </a:pPr>
            <a:r>
              <a:t>As an example; Jason Bruges is a multimedia artist who creates bespoke installations, often responding to the presence of the public.</a:t>
            </a:r>
          </a:p>
          <a:p>
            <a:pPr algn="ctr">
              <a:defRPr sz="1000">
                <a:solidFill>
                  <a:srgbClr val="B2AB88"/>
                </a:solidFill>
              </a:defRPr>
            </a:pPr>
            <a:r>
              <a:t>These examples use LEDs which isn’t our plan, but are successful examples of interaction based artwork.</a:t>
            </a:r>
          </a:p>
        </p:txBody>
      </p:sp>
      <p:pic>
        <p:nvPicPr>
          <p:cNvPr id="133" name="Google Shape;84;p15" descr="Google Shape;84;p15"/>
          <p:cNvPicPr>
            <a:picLocks noChangeAspect="1"/>
          </p:cNvPicPr>
          <p:nvPr/>
        </p:nvPicPr>
        <p:blipFill>
          <a:blip r:embed="rId3">
            <a:extLst/>
          </a:blip>
          <a:srcRect l="0" t="0" r="0" b="8759"/>
          <a:stretch>
            <a:fillRect/>
          </a:stretch>
        </p:blipFill>
        <p:spPr>
          <a:xfrm>
            <a:off x="5981412" y="1665868"/>
            <a:ext cx="2838826" cy="2090015"/>
          </a:xfrm>
          <a:prstGeom prst="rect">
            <a:avLst/>
          </a:prstGeom>
          <a:ln w="12700">
            <a:miter lim="400000"/>
          </a:ln>
        </p:spPr>
      </p:pic>
      <p:pic>
        <p:nvPicPr>
          <p:cNvPr id="134" name="Google Shape;85;p15" descr="Google Shape;85;p15"/>
          <p:cNvPicPr>
            <a:picLocks noChangeAspect="1"/>
          </p:cNvPicPr>
          <p:nvPr/>
        </p:nvPicPr>
        <p:blipFill>
          <a:blip r:embed="rId6">
            <a:extLst/>
          </a:blip>
          <a:stretch>
            <a:fillRect/>
          </a:stretch>
        </p:blipFill>
        <p:spPr>
          <a:xfrm>
            <a:off x="5899098" y="1802123"/>
            <a:ext cx="2701726" cy="1784401"/>
          </a:xfrm>
          <a:prstGeom prst="rect">
            <a:avLst/>
          </a:prstGeom>
          <a:ln w="12700">
            <a:miter lim="400000"/>
          </a:ln>
          <a:effectLst>
            <a:outerShdw sx="100000" sy="100000" kx="0" ky="0" algn="b" rotWithShape="0" blurRad="355600" dist="114300" dir="5400000">
              <a:srgbClr val="FFFFFF">
                <a:alpha val="72000"/>
              </a:srgbClr>
            </a:outerShdw>
          </a:effectLst>
        </p:spPr>
      </p:pic>
      <p:pic>
        <p:nvPicPr>
          <p:cNvPr id="135" name="Recording 2025-09-30 134313.mp4Google Shape;86;p15" descr="Recording 2025-09-30 134313.mp4Google Shape;86;p15">
            <a:hlinkClick r:id="rId7" invalidUrl="" action="" tgtFrame="" tooltip="" history="1" highlightClick="0" endSnd="0"/>
          </p:cNvPr>
          <p:cNvPicPr>
            <a:picLocks noChangeAspect="1"/>
          </p:cNvPicPr>
          <p:nvPr/>
        </p:nvPicPr>
        <p:blipFill>
          <a:blip r:embed="rId8">
            <a:extLst/>
          </a:blip>
          <a:stretch>
            <a:fillRect/>
          </a:stretch>
        </p:blipFill>
        <p:spPr>
          <a:xfrm>
            <a:off x="3313824" y="1645602"/>
            <a:ext cx="2786667" cy="2090001"/>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gradFill flip="none" rotWithShape="1">
          <a:gsLst>
            <a:gs pos="0">
              <a:srgbClr val="48423A"/>
            </a:gs>
            <a:gs pos="100000">
              <a:srgbClr val="E0D7AB"/>
            </a:gs>
          </a:gsLst>
          <a:lin ang="5400012" scaled="0"/>
        </a:gradFill>
      </p:bgPr>
    </p:bg>
    <p:spTree>
      <p:nvGrpSpPr>
        <p:cNvPr id="1" name=""/>
        <p:cNvGrpSpPr/>
        <p:nvPr/>
      </p:nvGrpSpPr>
      <p:grpSpPr>
        <a:xfrm>
          <a:off x="0" y="0"/>
          <a:ext cx="0" cy="0"/>
          <a:chOff x="0" y="0"/>
          <a:chExt cx="0" cy="0"/>
        </a:xfrm>
      </p:grpSpPr>
      <p:pic>
        <p:nvPicPr>
          <p:cNvPr id="137" name="stars-night-textured-backdrop.jpgGoogle Shape;91;p16" descr="stars-night-textured-backdrop.jpgGoogle Shape;91;p16"/>
          <p:cNvPicPr>
            <a:picLocks noChangeAspect="1"/>
          </p:cNvPicPr>
          <p:nvPr/>
        </p:nvPicPr>
        <p:blipFill>
          <a:blip r:embed="rId2">
            <a:extLst/>
          </a:blip>
          <a:stretch>
            <a:fillRect/>
          </a:stretch>
        </p:blipFill>
        <p:spPr>
          <a:xfrm>
            <a:off x="0" y="0"/>
            <a:ext cx="9144004" cy="5143502"/>
          </a:xfrm>
          <a:prstGeom prst="rect">
            <a:avLst/>
          </a:prstGeom>
          <a:ln w="12700">
            <a:miter lim="400000"/>
          </a:ln>
        </p:spPr>
      </p:pic>
      <p:sp>
        <p:nvSpPr>
          <p:cNvPr id="138" name="Google Shape;92;p16"/>
          <p:cNvSpPr txBox="1"/>
          <p:nvPr>
            <p:ph type="subTitle" sz="quarter" idx="1"/>
          </p:nvPr>
        </p:nvSpPr>
        <p:spPr>
          <a:xfrm>
            <a:off x="-1582834" y="156971"/>
            <a:ext cx="8520601" cy="792602"/>
          </a:xfrm>
          <a:prstGeom prst="rect">
            <a:avLst/>
          </a:prstGeom>
        </p:spPr>
        <p:txBody>
          <a:bodyPr/>
          <a:lstStyle>
            <a:lvl1pPr marL="0" indent="0">
              <a:defRPr sz="2700">
                <a:latin typeface="Oswald"/>
                <a:ea typeface="Oswald"/>
                <a:cs typeface="Oswald"/>
                <a:sym typeface="Oswald"/>
              </a:defRPr>
            </a:lvl1pPr>
          </a:lstStyle>
          <a:p>
            <a:pPr/>
            <a:r>
              <a:t>Interactive Installation - Projection</a:t>
            </a:r>
          </a:p>
        </p:txBody>
      </p:sp>
      <p:pic>
        <p:nvPicPr>
          <p:cNvPr id="139" name="IMG_6863.movGoogle Shape;93;p16" descr="IMG_6863.movGoogle Shape;93;p16">
            <a:hlinkClick r:id="rId3" invalidUrl="" action="" tgtFrame="" tooltip="" history="1" highlightClick="0" endSnd="0"/>
          </p:cNvPr>
          <p:cNvPicPr>
            <a:picLocks noChangeAspect="1"/>
          </p:cNvPicPr>
          <p:nvPr/>
        </p:nvPicPr>
        <p:blipFill>
          <a:blip r:embed="rId4">
            <a:extLst/>
          </a:blip>
          <a:stretch>
            <a:fillRect/>
          </a:stretch>
        </p:blipFill>
        <p:spPr>
          <a:xfrm>
            <a:off x="468075" y="1796850"/>
            <a:ext cx="4016968" cy="3012726"/>
          </a:xfrm>
          <a:prstGeom prst="rect">
            <a:avLst/>
          </a:prstGeom>
          <a:ln w="12700">
            <a:miter lim="400000"/>
          </a:ln>
        </p:spPr>
      </p:pic>
      <p:sp>
        <p:nvSpPr>
          <p:cNvPr id="140" name="Google Shape;94;p16"/>
          <p:cNvSpPr txBox="1"/>
          <p:nvPr/>
        </p:nvSpPr>
        <p:spPr>
          <a:xfrm>
            <a:off x="520400" y="883335"/>
            <a:ext cx="8121299" cy="74978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sz="1000">
                <a:solidFill>
                  <a:srgbClr val="B2AB88"/>
                </a:solidFill>
              </a:defRPr>
            </a:pPr>
            <a:r>
              <a:t>Projection mapping allows the visuals to be played on any surface, this means we can set up an installation in different ways.</a:t>
            </a:r>
          </a:p>
          <a:p>
            <a:pPr algn="ctr">
              <a:defRPr sz="1000">
                <a:solidFill>
                  <a:srgbClr val="B2AB88"/>
                </a:solidFill>
              </a:defRPr>
            </a:pPr>
            <a:r>
              <a:t> Could take up sides of a room, a singular wall/projector screen or projected onto object setups. Could even be projected outside the building? Sensing people entering and exiting the building.</a:t>
            </a:r>
            <a:endParaRPr sz="1100">
              <a:solidFill>
                <a:srgbClr val="001D35"/>
              </a:solidFill>
            </a:endParaRPr>
          </a:p>
        </p:txBody>
      </p:sp>
      <p:pic>
        <p:nvPicPr>
          <p:cNvPr id="141" name="Google Shape;95;p16" descr="Google Shape;95;p16"/>
          <p:cNvPicPr>
            <a:picLocks noChangeAspect="1"/>
          </p:cNvPicPr>
          <p:nvPr/>
        </p:nvPicPr>
        <p:blipFill>
          <a:blip r:embed="rId5">
            <a:extLst/>
          </a:blip>
          <a:stretch>
            <a:fillRect/>
          </a:stretch>
        </p:blipFill>
        <p:spPr>
          <a:xfrm>
            <a:off x="5922905" y="3326800"/>
            <a:ext cx="2756300" cy="1550425"/>
          </a:xfrm>
          <a:prstGeom prst="rect">
            <a:avLst/>
          </a:prstGeom>
          <a:ln w="12700">
            <a:miter lim="400000"/>
          </a:ln>
        </p:spPr>
      </p:pic>
      <p:pic>
        <p:nvPicPr>
          <p:cNvPr id="142" name="Google Shape;96;p16" descr="Google Shape;96;p16"/>
          <p:cNvPicPr>
            <a:picLocks noChangeAspect="1"/>
          </p:cNvPicPr>
          <p:nvPr/>
        </p:nvPicPr>
        <p:blipFill>
          <a:blip r:embed="rId6">
            <a:extLst/>
          </a:blip>
          <a:stretch>
            <a:fillRect/>
          </a:stretch>
        </p:blipFill>
        <p:spPr>
          <a:xfrm>
            <a:off x="4705372" y="2668950"/>
            <a:ext cx="2131667" cy="1421802"/>
          </a:xfrm>
          <a:prstGeom prst="rect">
            <a:avLst/>
          </a:prstGeom>
          <a:ln w="12700">
            <a:miter lim="400000"/>
          </a:ln>
        </p:spPr>
      </p:pic>
      <p:pic>
        <p:nvPicPr>
          <p:cNvPr id="143" name="Google Shape;97;p16" descr="Google Shape;97;p16"/>
          <p:cNvPicPr>
            <a:picLocks noChangeAspect="1"/>
          </p:cNvPicPr>
          <p:nvPr/>
        </p:nvPicPr>
        <p:blipFill>
          <a:blip r:embed="rId7">
            <a:extLst/>
          </a:blip>
          <a:stretch>
            <a:fillRect/>
          </a:stretch>
        </p:blipFill>
        <p:spPr>
          <a:xfrm>
            <a:off x="6384528" y="1853314"/>
            <a:ext cx="2072301" cy="1302275"/>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gradFill flip="none" rotWithShape="1">
          <a:gsLst>
            <a:gs pos="0">
              <a:srgbClr val="4D4D4D"/>
            </a:gs>
            <a:gs pos="100000">
              <a:srgbClr val="000000"/>
            </a:gs>
          </a:gsLst>
          <a:lin ang="5400012" scaled="0"/>
        </a:gradFill>
      </p:bgPr>
    </p:bg>
    <p:spTree>
      <p:nvGrpSpPr>
        <p:cNvPr id="1" name=""/>
        <p:cNvGrpSpPr/>
        <p:nvPr/>
      </p:nvGrpSpPr>
      <p:grpSpPr>
        <a:xfrm>
          <a:off x="0" y="0"/>
          <a:ext cx="0" cy="0"/>
          <a:chOff x="0" y="0"/>
          <a:chExt cx="0" cy="0"/>
        </a:xfrm>
      </p:grpSpPr>
      <p:pic>
        <p:nvPicPr>
          <p:cNvPr id="145" name="stars-night-textured-backdrop.jpgGoogle Shape;102;p17" descr="stars-night-textured-backdrop.jpgGoogle Shape;102;p17"/>
          <p:cNvPicPr>
            <a:picLocks noChangeAspect="1"/>
          </p:cNvPicPr>
          <p:nvPr/>
        </p:nvPicPr>
        <p:blipFill>
          <a:blip r:embed="rId2">
            <a:extLst/>
          </a:blip>
          <a:stretch>
            <a:fillRect/>
          </a:stretch>
        </p:blipFill>
        <p:spPr>
          <a:xfrm>
            <a:off x="0" y="0"/>
            <a:ext cx="9144004" cy="5143502"/>
          </a:xfrm>
          <a:prstGeom prst="rect">
            <a:avLst/>
          </a:prstGeom>
          <a:ln w="12700">
            <a:miter lim="400000"/>
          </a:ln>
        </p:spPr>
      </p:pic>
      <p:sp>
        <p:nvSpPr>
          <p:cNvPr id="146" name="Google Shape;103;p17"/>
          <p:cNvSpPr txBox="1"/>
          <p:nvPr>
            <p:ph type="ctrTitle"/>
          </p:nvPr>
        </p:nvSpPr>
        <p:spPr>
          <a:xfrm>
            <a:off x="-3584932" y="-1341233"/>
            <a:ext cx="8520601" cy="2052600"/>
          </a:xfrm>
          <a:prstGeom prst="rect">
            <a:avLst/>
          </a:prstGeom>
        </p:spPr>
        <p:txBody>
          <a:bodyPr/>
          <a:lstStyle>
            <a:lvl1pPr>
              <a:defRPr sz="3000">
                <a:solidFill>
                  <a:srgbClr val="E0D7AB"/>
                </a:solidFill>
                <a:latin typeface="Oswald"/>
                <a:ea typeface="Oswald"/>
                <a:cs typeface="Oswald"/>
                <a:sym typeface="Oswald"/>
              </a:defRPr>
            </a:lvl1pPr>
          </a:lstStyle>
          <a:p>
            <a:pPr/>
            <a:r>
              <a:t>Sound </a:t>
            </a:r>
          </a:p>
        </p:txBody>
      </p:sp>
      <p:sp>
        <p:nvSpPr>
          <p:cNvPr id="147" name="Google Shape;104;p17"/>
          <p:cNvSpPr txBox="1"/>
          <p:nvPr/>
        </p:nvSpPr>
        <p:spPr>
          <a:xfrm>
            <a:off x="301150" y="650474"/>
            <a:ext cx="8121299" cy="597797"/>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sz="1000">
                <a:solidFill>
                  <a:srgbClr val="B2AB88"/>
                </a:solidFill>
              </a:defRPr>
            </a:pPr>
            <a:r>
              <a:t>Sound is generated in JavaScript using </a:t>
            </a:r>
            <a:r>
              <a:rPr u="sng">
                <a:solidFill>
                  <a:schemeClr val="accent5"/>
                </a:solidFill>
                <a:uFill>
                  <a:solidFill>
                    <a:schemeClr val="accent5"/>
                  </a:solidFill>
                </a:uFill>
                <a:hlinkClick r:id="rId3" invalidUrl="" action="" tgtFrame="" tooltip="" history="1" highlightClick="0" endSnd="0"/>
              </a:rPr>
              <a:t>p5.js</a:t>
            </a:r>
            <a:r>
              <a:t> and </a:t>
            </a:r>
            <a:r>
              <a:rPr u="sng">
                <a:solidFill>
                  <a:schemeClr val="accent5"/>
                </a:solidFill>
                <a:uFill>
                  <a:solidFill>
                    <a:schemeClr val="accent5"/>
                  </a:solidFill>
                </a:uFill>
                <a:hlinkClick r:id="rId4" invalidUrl="" action="" tgtFrame="" tooltip="" history="1" highlightClick="0" endSnd="0"/>
              </a:rPr>
              <a:t>ml5.js</a:t>
            </a:r>
            <a:r>
              <a:t>. A camera tracks body position and sends it over the web MIDI library. This data is then received in Ableton Live and directly creates MIDI notes so sound generation is happening in real time based on users body </a:t>
            </a:r>
          </a:p>
          <a:p>
            <a:pPr algn="ctr">
              <a:defRPr sz="1000">
                <a:solidFill>
                  <a:srgbClr val="B2AB88"/>
                </a:solidFill>
              </a:defRPr>
            </a:pPr>
            <a:r>
              <a:t>position. </a:t>
            </a:r>
          </a:p>
        </p:txBody>
      </p:sp>
      <p:pic>
        <p:nvPicPr>
          <p:cNvPr id="148" name="Google Shape;105;p17" descr="Google Shape;105;p17"/>
          <p:cNvPicPr>
            <a:picLocks noChangeAspect="1"/>
          </p:cNvPicPr>
          <p:nvPr/>
        </p:nvPicPr>
        <p:blipFill>
          <a:blip r:embed="rId5">
            <a:extLst/>
          </a:blip>
          <a:stretch>
            <a:fillRect/>
          </a:stretch>
        </p:blipFill>
        <p:spPr>
          <a:xfrm>
            <a:off x="4935675" y="1183349"/>
            <a:ext cx="2828926" cy="1619251"/>
          </a:xfrm>
          <a:prstGeom prst="rect">
            <a:avLst/>
          </a:prstGeom>
          <a:ln w="12700">
            <a:miter lim="400000"/>
          </a:ln>
        </p:spPr>
      </p:pic>
      <p:pic>
        <p:nvPicPr>
          <p:cNvPr id="149" name="Google Shape;106;p17" descr="Google Shape;106;p17"/>
          <p:cNvPicPr>
            <a:picLocks noChangeAspect="1"/>
          </p:cNvPicPr>
          <p:nvPr/>
        </p:nvPicPr>
        <p:blipFill>
          <a:blip r:embed="rId6">
            <a:extLst/>
          </a:blip>
          <a:stretch>
            <a:fillRect/>
          </a:stretch>
        </p:blipFill>
        <p:spPr>
          <a:xfrm>
            <a:off x="4741548" y="2796450"/>
            <a:ext cx="3680892" cy="2162526"/>
          </a:xfrm>
          <a:prstGeom prst="rect">
            <a:avLst/>
          </a:prstGeom>
          <a:ln w="12700">
            <a:miter lim="400000"/>
          </a:ln>
        </p:spPr>
      </p:pic>
      <p:pic>
        <p:nvPicPr>
          <p:cNvPr id="150" name="Two People.movGoogle Shape;107;p17" descr="Two People.movGoogle Shape;107;p17">
            <a:hlinkClick r:id="rId7" invalidUrl="" action="" tgtFrame="" tooltip="" history="1" highlightClick="0" endSnd="0"/>
          </p:cNvPr>
          <p:cNvPicPr>
            <a:picLocks noChangeAspect="1"/>
          </p:cNvPicPr>
          <p:nvPr/>
        </p:nvPicPr>
        <p:blipFill>
          <a:blip r:embed="rId8">
            <a:extLst/>
          </a:blip>
          <a:stretch>
            <a:fillRect/>
          </a:stretch>
        </p:blipFill>
        <p:spPr>
          <a:xfrm>
            <a:off x="850833" y="2934624"/>
            <a:ext cx="3017867" cy="1886176"/>
          </a:xfrm>
          <a:prstGeom prst="rect">
            <a:avLst/>
          </a:prstGeom>
          <a:ln w="12700">
            <a:miter lim="400000"/>
          </a:ln>
        </p:spPr>
      </p:pic>
      <p:pic>
        <p:nvPicPr>
          <p:cNvPr id="151" name="Test with crowd - local video.movGoogle Shape;108;p17" descr="Test with crowd - local video.movGoogle Shape;108;p17">
            <a:hlinkClick r:id="rId9" invalidUrl="" action="" tgtFrame="" tooltip="" history="1" highlightClick="0" endSnd="0"/>
          </p:cNvPr>
          <p:cNvPicPr>
            <a:picLocks noChangeAspect="1"/>
          </p:cNvPicPr>
          <p:nvPr/>
        </p:nvPicPr>
        <p:blipFill>
          <a:blip r:embed="rId10">
            <a:extLst/>
          </a:blip>
          <a:stretch>
            <a:fillRect/>
          </a:stretch>
        </p:blipFill>
        <p:spPr>
          <a:xfrm>
            <a:off x="1029299" y="1183349"/>
            <a:ext cx="2590813" cy="1619249"/>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gradFill flip="none" rotWithShape="1">
          <a:gsLst>
            <a:gs pos="0">
              <a:srgbClr val="48423A"/>
            </a:gs>
            <a:gs pos="100000">
              <a:srgbClr val="E0D7AB"/>
            </a:gs>
          </a:gsLst>
          <a:lin ang="5400012" scaled="0"/>
        </a:gradFill>
      </p:bgPr>
    </p:bg>
    <p:spTree>
      <p:nvGrpSpPr>
        <p:cNvPr id="1" name=""/>
        <p:cNvGrpSpPr/>
        <p:nvPr/>
      </p:nvGrpSpPr>
      <p:grpSpPr>
        <a:xfrm>
          <a:off x="0" y="0"/>
          <a:ext cx="0" cy="0"/>
          <a:chOff x="0" y="0"/>
          <a:chExt cx="0" cy="0"/>
        </a:xfrm>
      </p:grpSpPr>
      <p:pic>
        <p:nvPicPr>
          <p:cNvPr id="153" name="stars-night-textured-backdrop.jpgGoogle Shape;113;p18" descr="stars-night-textured-backdrop.jpgGoogle Shape;113;p18"/>
          <p:cNvPicPr>
            <a:picLocks noChangeAspect="1"/>
          </p:cNvPicPr>
          <p:nvPr/>
        </p:nvPicPr>
        <p:blipFill>
          <a:blip r:embed="rId2">
            <a:extLst/>
          </a:blip>
          <a:stretch>
            <a:fillRect/>
          </a:stretch>
        </p:blipFill>
        <p:spPr>
          <a:xfrm>
            <a:off x="0" y="0"/>
            <a:ext cx="9143997" cy="5143502"/>
          </a:xfrm>
          <a:prstGeom prst="rect">
            <a:avLst/>
          </a:prstGeom>
          <a:ln w="12700">
            <a:miter lim="400000"/>
          </a:ln>
        </p:spPr>
      </p:pic>
      <p:sp>
        <p:nvSpPr>
          <p:cNvPr id="154" name="Google Shape;114;p18"/>
          <p:cNvSpPr txBox="1"/>
          <p:nvPr>
            <p:ph type="ctrTitle"/>
          </p:nvPr>
        </p:nvSpPr>
        <p:spPr>
          <a:xfrm>
            <a:off x="-2340772" y="-1356180"/>
            <a:ext cx="8520601" cy="2052599"/>
          </a:xfrm>
          <a:prstGeom prst="rect">
            <a:avLst/>
          </a:prstGeom>
        </p:spPr>
        <p:txBody>
          <a:bodyPr/>
          <a:lstStyle>
            <a:lvl1pPr>
              <a:defRPr sz="3000">
                <a:solidFill>
                  <a:srgbClr val="E0D7AB"/>
                </a:solidFill>
                <a:latin typeface="Oswald"/>
                <a:ea typeface="Oswald"/>
                <a:cs typeface="Oswald"/>
                <a:sym typeface="Oswald"/>
              </a:defRPr>
            </a:lvl1pPr>
          </a:lstStyle>
          <a:p>
            <a:pPr/>
            <a:r>
              <a:t>Constellations of Us</a:t>
            </a:r>
          </a:p>
        </p:txBody>
      </p:sp>
      <p:sp>
        <p:nvSpPr>
          <p:cNvPr id="155" name="Google Shape;115;p18"/>
          <p:cNvSpPr txBox="1"/>
          <p:nvPr>
            <p:ph type="subTitle" sz="quarter" idx="1"/>
          </p:nvPr>
        </p:nvSpPr>
        <p:spPr>
          <a:xfrm>
            <a:off x="-2313603" y="2238330"/>
            <a:ext cx="8520601" cy="792601"/>
          </a:xfrm>
          <a:prstGeom prst="rect">
            <a:avLst/>
          </a:prstGeom>
        </p:spPr>
        <p:txBody>
          <a:bodyPr/>
          <a:lstStyle>
            <a:lvl1pPr marL="0" indent="0">
              <a:defRPr sz="2700">
                <a:latin typeface="Oswald"/>
                <a:ea typeface="Oswald"/>
                <a:cs typeface="Oswald"/>
                <a:sym typeface="Oswald"/>
              </a:defRPr>
            </a:lvl1pPr>
          </a:lstStyle>
          <a:p>
            <a:pPr/>
            <a:r>
              <a:t>Project Schedule</a:t>
            </a:r>
          </a:p>
        </p:txBody>
      </p:sp>
      <p:graphicFrame>
        <p:nvGraphicFramePr>
          <p:cNvPr id="156" name="Google Shape;116;p18"/>
          <p:cNvGraphicFramePr/>
          <p:nvPr/>
        </p:nvGraphicFramePr>
        <p:xfrm>
          <a:off x="1016049" y="3228075"/>
          <a:ext cx="7111902" cy="933026"/>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416950"/>
                <a:gridCol w="2923625"/>
                <a:gridCol w="2771325"/>
              </a:tblGrid>
              <a:tr h="230575">
                <a:tc>
                  <a:txBody>
                    <a:bodyPr/>
                    <a:lstStyle/>
                    <a:p>
                      <a:pPr algn="l">
                        <a:defRPr sz="1800"/>
                      </a:pPr>
                      <a:r>
                        <a:rPr sz="1000">
                          <a:solidFill>
                            <a:srgbClr val="B2AB88"/>
                          </a:solidFill>
                        </a:rPr>
                        <a:t>Month</a:t>
                      </a:r>
                    </a:p>
                  </a:txBody>
                  <a:tcPr marL="91425" marR="91425" marT="91425" marB="91425" anchor="t" anchorCtr="0" horzOverflow="overflow">
                    <a:solidFill>
                      <a:srgbClr val="E0D7AB"/>
                    </a:solidFill>
                  </a:tcPr>
                </a:tc>
                <a:tc>
                  <a:txBody>
                    <a:bodyPr/>
                    <a:lstStyle/>
                    <a:p>
                      <a:pPr algn="l">
                        <a:defRPr sz="1800"/>
                      </a:pPr>
                      <a:r>
                        <a:rPr sz="1000">
                          <a:solidFill>
                            <a:srgbClr val="B2AB88"/>
                          </a:solidFill>
                        </a:rPr>
                        <a:t>Task</a:t>
                      </a:r>
                    </a:p>
                  </a:txBody>
                  <a:tcPr marL="91425" marR="91425" marT="91425" marB="91425" anchor="t" anchorCtr="0" horzOverflow="overflow">
                    <a:solidFill>
                      <a:srgbClr val="E0D7AB"/>
                    </a:solidFill>
                  </a:tcPr>
                </a:tc>
                <a:tc>
                  <a:txBody>
                    <a:bodyPr/>
                    <a:lstStyle/>
                    <a:p>
                      <a:pPr algn="l">
                        <a:defRPr sz="1800"/>
                      </a:pPr>
                      <a:r>
                        <a:rPr sz="1000">
                          <a:solidFill>
                            <a:srgbClr val="B2AB88"/>
                          </a:solidFill>
                        </a:rPr>
                        <a:t>Notes</a:t>
                      </a:r>
                    </a:p>
                  </a:txBody>
                  <a:tcPr marL="91425" marR="91425" marT="91425" marB="91425" anchor="t" anchorCtr="0" horzOverflow="overflow">
                    <a:solidFill>
                      <a:srgbClr val="E0D7AB"/>
                    </a:solidFill>
                  </a:tcPr>
                </a:tc>
              </a:tr>
              <a:tr h="321450">
                <a:tc>
                  <a:txBody>
                    <a:bodyPr/>
                    <a:lstStyle/>
                    <a:p>
                      <a:pPr algn="l">
                        <a:defRPr sz="1800"/>
                      </a:pPr>
                      <a:r>
                        <a:rPr sz="1000">
                          <a:solidFill>
                            <a:srgbClr val="E0D7AB"/>
                          </a:solidFill>
                        </a:rPr>
                        <a:t>Month 1</a:t>
                      </a:r>
                    </a:p>
                  </a:txBody>
                  <a:tcPr marL="91425" marR="91425" marT="91425" marB="91425" anchor="t" anchorCtr="0" horzOverflow="overflow"/>
                </a:tc>
                <a:tc>
                  <a:txBody>
                    <a:bodyPr/>
                    <a:lstStyle/>
                    <a:p>
                      <a:pPr algn="l">
                        <a:defRPr>
                          <a:solidFill>
                            <a:srgbClr val="E0D7AB"/>
                          </a:solidFill>
                        </a:defRPr>
                      </a:pPr>
                      <a:r>
                        <a:t>Research, ideation, exploration and prototyping</a:t>
                      </a:r>
                    </a:p>
                    <a:p>
                      <a:pPr algn="l">
                        <a:defRPr>
                          <a:solidFill>
                            <a:srgbClr val="E0D7AB"/>
                          </a:solidFill>
                        </a:defRPr>
                      </a:pPr>
                      <a:r>
                        <a:t>Social media behind the scenes content.</a:t>
                      </a:r>
                    </a:p>
                  </a:txBody>
                  <a:tcPr marL="91425" marR="91425" marT="91425" marB="91425" anchor="t" anchorCtr="0" horzOverflow="overflow"/>
                </a:tc>
                <a:tc>
                  <a:txBody>
                    <a:bodyPr/>
                    <a:lstStyle/>
                    <a:p>
                      <a:pPr algn="l">
                        <a:defRPr sz="1800"/>
                      </a:pPr>
                      <a:r>
                        <a:rPr sz="1000">
                          <a:solidFill>
                            <a:srgbClr val="E0D7AB"/>
                          </a:solidFill>
                        </a:rPr>
                        <a:t>Solidifying the idea and begin a mock-up of the final concept - testing 3D materials for the projection setup, creating concept art and finalising the design language of the piece.</a:t>
                      </a:r>
                    </a:p>
                  </a:txBody>
                  <a:tcPr marL="91425" marR="91425" marT="91425" marB="91425" anchor="t" anchorCtr="0" horzOverflow="overflow"/>
                </a:tc>
              </a:tr>
              <a:tr h="381000">
                <a:tc>
                  <a:txBody>
                    <a:bodyPr/>
                    <a:lstStyle/>
                    <a:p>
                      <a:pPr algn="l">
                        <a:defRPr sz="1800"/>
                      </a:pPr>
                      <a:r>
                        <a:rPr sz="1000">
                          <a:solidFill>
                            <a:srgbClr val="E0D7AB"/>
                          </a:solidFill>
                        </a:rPr>
                        <a:t>Month 2</a:t>
                      </a:r>
                    </a:p>
                  </a:txBody>
                  <a:tcPr marL="91425" marR="91425" marT="91425" marB="91425" anchor="t" anchorCtr="0" horzOverflow="overflow"/>
                </a:tc>
                <a:tc>
                  <a:txBody>
                    <a:bodyPr/>
                    <a:lstStyle/>
                    <a:p>
                      <a:pPr algn="l">
                        <a:defRPr sz="1800"/>
                      </a:pPr>
                      <a:r>
                        <a:rPr sz="1000">
                          <a:solidFill>
                            <a:srgbClr val="E0D7AB"/>
                          </a:solidFill>
                        </a:rPr>
                        <a:t>Refining and further development.</a:t>
                      </a:r>
                    </a:p>
                  </a:txBody>
                  <a:tcPr marL="91425" marR="91425" marT="91425" marB="91425" anchor="t" anchorCtr="0" horzOverflow="overflow"/>
                </a:tc>
                <a:tc>
                  <a:txBody>
                    <a:bodyPr/>
                    <a:lstStyle/>
                    <a:p>
                      <a:pPr algn="l">
                        <a:defRPr sz="1800"/>
                      </a:pPr>
                      <a:r>
                        <a:rPr sz="1000">
                          <a:solidFill>
                            <a:srgbClr val="E0D7AB"/>
                          </a:solidFill>
                        </a:rPr>
                        <a:t>Finalise physical spacing and develop more promotional material.</a:t>
                      </a:r>
                    </a:p>
                  </a:txBody>
                  <a:tcPr marL="91425" marR="91425" marT="91425" marB="91425" anchor="t" anchorCtr="0" horzOverflow="overflow"/>
                </a:tc>
              </a:tr>
            </a:tbl>
          </a:graphicData>
        </a:graphic>
      </p:graphicFrame>
      <p:sp>
        <p:nvSpPr>
          <p:cNvPr id="157" name="Google Shape;117;p18"/>
          <p:cNvSpPr txBox="1"/>
          <p:nvPr/>
        </p:nvSpPr>
        <p:spPr>
          <a:xfrm>
            <a:off x="665305" y="2778724"/>
            <a:ext cx="6825599" cy="47038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sz="1000">
                <a:solidFill>
                  <a:srgbClr val="B2AB88"/>
                </a:solidFill>
              </a:defRPr>
            </a:lvl1pPr>
          </a:lstStyle>
          <a:p>
            <a:pPr/>
            <a:r>
              <a:t>Early Stage Project Schedule: Using agile work methodology to produce a working prototype as quick as possible </a:t>
            </a:r>
            <a:endParaRPr sz="1100">
              <a:solidFill>
                <a:srgbClr val="001D35"/>
              </a:solidFill>
            </a:endParaRPr>
          </a:p>
        </p:txBody>
      </p:sp>
      <p:sp>
        <p:nvSpPr>
          <p:cNvPr id="158" name="Google Shape;118;p18"/>
          <p:cNvSpPr txBox="1"/>
          <p:nvPr/>
        </p:nvSpPr>
        <p:spPr>
          <a:xfrm>
            <a:off x="-2724838" y="561860"/>
            <a:ext cx="8520601" cy="79260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lvl1pPr algn="ctr">
              <a:defRPr sz="2700">
                <a:solidFill>
                  <a:schemeClr val="accent2">
                    <a:lumOff val="21764"/>
                  </a:schemeClr>
                </a:solidFill>
                <a:latin typeface="Oswald"/>
                <a:ea typeface="Oswald"/>
                <a:cs typeface="Oswald"/>
                <a:sym typeface="Oswald"/>
              </a:defRPr>
            </a:lvl1pPr>
          </a:lstStyle>
          <a:p>
            <a:pPr/>
            <a:r>
              <a:t>Team Roles</a:t>
            </a:r>
          </a:p>
        </p:txBody>
      </p:sp>
      <p:sp>
        <p:nvSpPr>
          <p:cNvPr id="159" name="Google Shape;119;p18"/>
          <p:cNvSpPr txBox="1"/>
          <p:nvPr/>
        </p:nvSpPr>
        <p:spPr>
          <a:xfrm>
            <a:off x="642875" y="1172500"/>
            <a:ext cx="6825599" cy="1029180"/>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defRPr sz="1000">
                <a:solidFill>
                  <a:srgbClr val="B2AB88"/>
                </a:solidFill>
              </a:defRPr>
            </a:pPr>
            <a:r>
              <a:t>To ensure we can complete the project on time it is important to split the concept into smaller more manageable tasks that can be worked on simultaneously by different members of the team.</a:t>
            </a:r>
          </a:p>
          <a:p>
            <a:pPr>
              <a:defRPr sz="1000">
                <a:solidFill>
                  <a:srgbClr val="B2AB88"/>
                </a:solidFill>
              </a:defRPr>
            </a:pPr>
            <a:r>
              <a:t>Bea - Focus on sound and body interaction &amp; promotional material </a:t>
            </a:r>
          </a:p>
          <a:p>
            <a:pPr>
              <a:defRPr sz="1000">
                <a:solidFill>
                  <a:srgbClr val="B2AB88"/>
                </a:solidFill>
              </a:defRPr>
            </a:pPr>
            <a:r>
              <a:t>Fliss - Focus on body interaction and ensuring cohesiveness across all fronts &amp; promotional material </a:t>
            </a:r>
          </a:p>
          <a:p>
            <a:pPr>
              <a:defRPr sz="1000">
                <a:solidFill>
                  <a:srgbClr val="B2AB88"/>
                </a:solidFill>
              </a:defRPr>
            </a:pPr>
            <a:r>
              <a:t>Conor and Noa - Visuals (animation) &amp; social media</a:t>
            </a:r>
            <a:endParaRPr sz="1100"/>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gradFill flip="none" rotWithShape="1">
          <a:gsLst>
            <a:gs pos="0">
              <a:srgbClr val="48423A"/>
            </a:gs>
            <a:gs pos="100000">
              <a:srgbClr val="E0D7AB"/>
            </a:gs>
          </a:gsLst>
          <a:lin ang="5400012" scaled="0"/>
        </a:gradFill>
      </p:bgPr>
    </p:bg>
    <p:spTree>
      <p:nvGrpSpPr>
        <p:cNvPr id="1" name=""/>
        <p:cNvGrpSpPr/>
        <p:nvPr/>
      </p:nvGrpSpPr>
      <p:grpSpPr>
        <a:xfrm>
          <a:off x="0" y="0"/>
          <a:ext cx="0" cy="0"/>
          <a:chOff x="0" y="0"/>
          <a:chExt cx="0" cy="0"/>
        </a:xfrm>
      </p:grpSpPr>
      <p:pic>
        <p:nvPicPr>
          <p:cNvPr id="161" name="stars-night-textured-backdrop.jpgGoogle Shape;124;p19" descr="stars-night-textured-backdrop.jpgGoogle Shape;124;p19"/>
          <p:cNvPicPr>
            <a:picLocks noChangeAspect="1"/>
          </p:cNvPicPr>
          <p:nvPr/>
        </p:nvPicPr>
        <p:blipFill>
          <a:blip r:embed="rId2">
            <a:extLst/>
          </a:blip>
          <a:stretch>
            <a:fillRect/>
          </a:stretch>
        </p:blipFill>
        <p:spPr>
          <a:xfrm>
            <a:off x="0" y="0"/>
            <a:ext cx="9144004" cy="5143502"/>
          </a:xfrm>
          <a:prstGeom prst="rect">
            <a:avLst/>
          </a:prstGeom>
          <a:ln w="12700">
            <a:miter lim="400000"/>
          </a:ln>
        </p:spPr>
      </p:pic>
      <p:sp>
        <p:nvSpPr>
          <p:cNvPr id="162" name="Google Shape;125;p19"/>
          <p:cNvSpPr txBox="1"/>
          <p:nvPr>
            <p:ph type="ctrTitle"/>
          </p:nvPr>
        </p:nvSpPr>
        <p:spPr>
          <a:xfrm>
            <a:off x="-2340772" y="-1356180"/>
            <a:ext cx="8520601" cy="2052599"/>
          </a:xfrm>
          <a:prstGeom prst="rect">
            <a:avLst/>
          </a:prstGeom>
        </p:spPr>
        <p:txBody>
          <a:bodyPr/>
          <a:lstStyle>
            <a:lvl1pPr>
              <a:defRPr sz="3000">
                <a:solidFill>
                  <a:srgbClr val="E0D7AB"/>
                </a:solidFill>
                <a:latin typeface="Oswald"/>
                <a:ea typeface="Oswald"/>
                <a:cs typeface="Oswald"/>
                <a:sym typeface="Oswald"/>
              </a:defRPr>
            </a:lvl1pPr>
          </a:lstStyle>
          <a:p>
            <a:pPr/>
            <a:r>
              <a:t>Constellations of Us</a:t>
            </a:r>
          </a:p>
        </p:txBody>
      </p:sp>
      <p:sp>
        <p:nvSpPr>
          <p:cNvPr id="163" name="Google Shape;126;p19"/>
          <p:cNvSpPr txBox="1"/>
          <p:nvPr>
            <p:ph type="subTitle" sz="quarter" idx="1"/>
          </p:nvPr>
        </p:nvSpPr>
        <p:spPr>
          <a:xfrm>
            <a:off x="-1453905" y="416716"/>
            <a:ext cx="8520602" cy="792602"/>
          </a:xfrm>
          <a:prstGeom prst="rect">
            <a:avLst/>
          </a:prstGeom>
        </p:spPr>
        <p:txBody>
          <a:bodyPr/>
          <a:lstStyle>
            <a:lvl1pPr marL="0" indent="0">
              <a:defRPr sz="2700">
                <a:latin typeface="Oswald"/>
                <a:ea typeface="Oswald"/>
                <a:cs typeface="Oswald"/>
                <a:sym typeface="Oswald"/>
              </a:defRPr>
            </a:lvl1pPr>
          </a:lstStyle>
          <a:p>
            <a:pPr/>
            <a:r>
              <a:t>Intended Audience</a:t>
            </a:r>
          </a:p>
        </p:txBody>
      </p:sp>
      <p:sp>
        <p:nvSpPr>
          <p:cNvPr id="164" name="Google Shape;127;p19"/>
          <p:cNvSpPr txBox="1"/>
          <p:nvPr/>
        </p:nvSpPr>
        <p:spPr>
          <a:xfrm>
            <a:off x="500575" y="1181266"/>
            <a:ext cx="6825599" cy="1738350"/>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nSpc>
                <a:spcPct val="115000"/>
              </a:lnSpc>
              <a:defRPr sz="1000">
                <a:solidFill>
                  <a:srgbClr val="B2AB88"/>
                </a:solidFill>
              </a:defRPr>
            </a:pPr>
            <a:r>
              <a:t>The installation should peak the public's interest so that they are curious enough to interact and play around with movement and collaboration.</a:t>
            </a:r>
          </a:p>
          <a:p>
            <a:pPr>
              <a:lnSpc>
                <a:spcPct val="115000"/>
              </a:lnSpc>
              <a:defRPr sz="1000">
                <a:solidFill>
                  <a:srgbClr val="B2AB88"/>
                </a:solidFill>
              </a:defRPr>
            </a:pPr>
            <a:r>
              <a:t>The hope is for kids and adults alike to enjoy the experience of the piece so it must be to accessible to people of all ages: </a:t>
            </a:r>
          </a:p>
          <a:p>
            <a:pPr marL="457200" indent="-292100">
              <a:lnSpc>
                <a:spcPct val="115000"/>
              </a:lnSpc>
              <a:buClr>
                <a:srgbClr val="B2AB88"/>
              </a:buClr>
              <a:buSzPts val="1000"/>
              <a:buFont typeface="Arial"/>
              <a:buChar char="-"/>
              <a:defRPr sz="1000">
                <a:solidFill>
                  <a:srgbClr val="B2AB88"/>
                </a:solidFill>
              </a:defRPr>
            </a:pPr>
            <a:r>
              <a:t>Easy to understand (intuitive)</a:t>
            </a:r>
          </a:p>
          <a:p>
            <a:pPr marL="457200" indent="-292100">
              <a:lnSpc>
                <a:spcPct val="115000"/>
              </a:lnSpc>
              <a:buClr>
                <a:srgbClr val="B2AB88"/>
              </a:buClr>
              <a:buSzPts val="1000"/>
              <a:buFont typeface="Arial"/>
              <a:buChar char="-"/>
              <a:defRPr sz="1000">
                <a:solidFill>
                  <a:srgbClr val="B2AB88"/>
                </a:solidFill>
              </a:defRPr>
            </a:pPr>
            <a:r>
              <a:t>Playful and intriguing </a:t>
            </a:r>
          </a:p>
          <a:p>
            <a:pPr marL="457200" indent="-292100">
              <a:lnSpc>
                <a:spcPct val="115000"/>
              </a:lnSpc>
              <a:buClr>
                <a:srgbClr val="B2AB88"/>
              </a:buClr>
              <a:buSzPts val="1000"/>
              <a:buFont typeface="Arial"/>
              <a:buChar char="-"/>
              <a:defRPr sz="1000">
                <a:solidFill>
                  <a:srgbClr val="B2AB88"/>
                </a:solidFill>
              </a:defRPr>
            </a:pPr>
            <a:r>
              <a:t>Engaging</a:t>
            </a:r>
          </a:p>
          <a:p>
            <a:pPr marL="457200" indent="-292100">
              <a:lnSpc>
                <a:spcPct val="115000"/>
              </a:lnSpc>
              <a:buClr>
                <a:srgbClr val="B2AB88"/>
              </a:buClr>
              <a:buSzPts val="1000"/>
              <a:buFont typeface="Arial"/>
              <a:buChar char="-"/>
              <a:defRPr sz="1000">
                <a:solidFill>
                  <a:srgbClr val="B2AB88"/>
                </a:solidFill>
              </a:defRPr>
            </a:pPr>
            <a:r>
              <a:t>Responsive</a:t>
            </a:r>
          </a:p>
          <a:p>
            <a:pPr/>
            <a:endParaRPr sz="1000">
              <a:solidFill>
                <a:srgbClr val="B2AB88"/>
              </a:solidFill>
            </a:endParaRPr>
          </a:p>
        </p:txBody>
      </p:sp>
      <p:sp>
        <p:nvSpPr>
          <p:cNvPr id="165" name="Google Shape;128;p19"/>
          <p:cNvSpPr txBox="1"/>
          <p:nvPr/>
        </p:nvSpPr>
        <p:spPr>
          <a:xfrm>
            <a:off x="2270849" y="3283472"/>
            <a:ext cx="4602301" cy="11226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defRPr sz="3100">
                <a:solidFill>
                  <a:srgbClr val="E0D7AB"/>
                </a:solidFill>
                <a:latin typeface="Oswald"/>
                <a:ea typeface="Oswald"/>
                <a:cs typeface="Oswald"/>
                <a:sym typeface="Oswald"/>
              </a:defRPr>
            </a:lvl1pPr>
          </a:lstStyle>
          <a:p>
            <a:pPr/>
            <a:r>
              <a:t>Thanks for Listening!</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Arial"/>
        <a:ea typeface="Arial"/>
        <a:cs typeface="Arial"/>
      </a:majorFont>
      <a:minorFont>
        <a:latin typeface="Helvetica"/>
        <a:ea typeface="Helvetica"/>
        <a:cs typeface="Helvetica"/>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Arial"/>
        <a:ea typeface="Arial"/>
        <a:cs typeface="Arial"/>
      </a:majorFont>
      <a:minorFont>
        <a:latin typeface="Helvetica"/>
        <a:ea typeface="Helvetica"/>
        <a:cs typeface="Helvetica"/>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